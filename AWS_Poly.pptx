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Lst>
  <p:notesMasterIdLst>
    <p:notesMasterId r:id="rId12"/>
  </p:notesMasterIdLst>
  <p:handoutMasterIdLst>
    <p:handoutMasterId r:id="rId13"/>
  </p:handoutMasterIdLst>
  <p:sldIdLst>
    <p:sldId id="263" r:id="rId2"/>
    <p:sldId id="259" r:id="rId3"/>
    <p:sldId id="260" r:id="rId4"/>
    <p:sldId id="261" r:id="rId5"/>
    <p:sldId id="262" r:id="rId6"/>
    <p:sldId id="264" r:id="rId7"/>
    <p:sldId id="265" r:id="rId8"/>
    <p:sldId id="266" r:id="rId9"/>
    <p:sldId id="267"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30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704" autoAdjust="0"/>
  </p:normalViewPr>
  <p:slideViewPr>
    <p:cSldViewPr snapToGrid="0">
      <p:cViewPr varScale="1">
        <p:scale>
          <a:sx n="110" d="100"/>
          <a:sy n="110" d="100"/>
        </p:scale>
        <p:origin x="630" y="102"/>
      </p:cViewPr>
      <p:guideLst/>
    </p:cSldViewPr>
  </p:slideViewPr>
  <p:notesTextViewPr>
    <p:cViewPr>
      <p:scale>
        <a:sx n="1" d="1"/>
        <a:sy n="1" d="1"/>
      </p:scale>
      <p:origin x="0" y="0"/>
    </p:cViewPr>
  </p:notesTextViewPr>
  <p:notesViewPr>
    <p:cSldViewPr snapToGrid="0" showGuides="1">
      <p:cViewPr varScale="1">
        <p:scale>
          <a:sx n="79" d="100"/>
          <a:sy n="79" d="100"/>
        </p:scale>
        <p:origin x="319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29B936-2E10-403F-9AC6-2C1C0FBEB353}" type="doc">
      <dgm:prSet loTypeId="urn:microsoft.com/office/officeart/2005/8/layout/vList2" loCatId="list" qsTypeId="urn:microsoft.com/office/officeart/2005/8/quickstyle/simple5" qsCatId="simple" csTypeId="urn:microsoft.com/office/officeart/2005/8/colors/colorful1" csCatId="colorful" phldr="1"/>
      <dgm:spPr/>
      <dgm:t>
        <a:bodyPr/>
        <a:lstStyle/>
        <a:p>
          <a:endParaRPr lang="en-IN"/>
        </a:p>
      </dgm:t>
    </dgm:pt>
    <dgm:pt modelId="{2B13519E-9D36-4DB9-A533-86440AE1A0CC}">
      <dgm:prSet phldrT="[Text]"/>
      <dgm:spPr/>
      <dgm:t>
        <a:bodyPr/>
        <a:lstStyle/>
        <a:p>
          <a:r>
            <a:rPr lang="en-US" dirty="0">
              <a:latin typeface="Times New Roman" panose="02020603050405020304" pitchFamily="18" charset="0"/>
              <a:cs typeface="Times New Roman" panose="02020603050405020304" pitchFamily="18" charset="0"/>
            </a:rPr>
            <a:t>Educational Content for Auditory Listeners </a:t>
          </a:r>
          <a:endParaRPr lang="en-IN" dirty="0">
            <a:latin typeface="Times New Roman" panose="02020603050405020304" pitchFamily="18" charset="0"/>
            <a:cs typeface="Times New Roman" panose="02020603050405020304" pitchFamily="18" charset="0"/>
          </a:endParaRPr>
        </a:p>
      </dgm:t>
    </dgm:pt>
    <dgm:pt modelId="{5BDA0926-E6E3-49A1-BAF3-DB1057BD868B}" type="parTrans" cxnId="{44235463-BED8-453C-ADE3-54AD54CCE3D0}">
      <dgm:prSet/>
      <dgm:spPr/>
      <dgm:t>
        <a:bodyPr/>
        <a:lstStyle/>
        <a:p>
          <a:endParaRPr lang="en-IN"/>
        </a:p>
      </dgm:t>
    </dgm:pt>
    <dgm:pt modelId="{C531BEDD-787B-4421-9B3D-A295DB4C43C4}" type="sibTrans" cxnId="{44235463-BED8-453C-ADE3-54AD54CCE3D0}">
      <dgm:prSet/>
      <dgm:spPr/>
      <dgm:t>
        <a:bodyPr/>
        <a:lstStyle/>
        <a:p>
          <a:endParaRPr lang="en-IN"/>
        </a:p>
      </dgm:t>
    </dgm:pt>
    <dgm:pt modelId="{A16A62D7-A2B2-4FD2-AEA3-65A9D70F6371}">
      <dgm:prSet phldrT="[Text]"/>
      <dgm:spPr/>
      <dgm:t>
        <a:bodyPr/>
        <a:lstStyle/>
        <a:p>
          <a:r>
            <a:rPr lang="en-US" dirty="0">
              <a:latin typeface="Times New Roman" panose="02020603050405020304" pitchFamily="18" charset="0"/>
              <a:cs typeface="Times New Roman" panose="02020603050405020304" pitchFamily="18" charset="0"/>
            </a:rPr>
            <a:t>Podcasts and Audio Blogs</a:t>
          </a:r>
          <a:endParaRPr lang="en-IN" dirty="0">
            <a:latin typeface="Times New Roman" panose="02020603050405020304" pitchFamily="18" charset="0"/>
            <a:cs typeface="Times New Roman" panose="02020603050405020304" pitchFamily="18" charset="0"/>
          </a:endParaRPr>
        </a:p>
      </dgm:t>
    </dgm:pt>
    <dgm:pt modelId="{943A8676-187A-4CA4-AE2D-5BB8DDB587D5}" type="parTrans" cxnId="{D2E70289-38D9-4A28-B125-E09BEF9F4568}">
      <dgm:prSet/>
      <dgm:spPr/>
      <dgm:t>
        <a:bodyPr/>
        <a:lstStyle/>
        <a:p>
          <a:endParaRPr lang="en-IN"/>
        </a:p>
      </dgm:t>
    </dgm:pt>
    <dgm:pt modelId="{7A7CE144-7597-47B3-9A74-DA8FFEF255E4}" type="sibTrans" cxnId="{D2E70289-38D9-4A28-B125-E09BEF9F4568}">
      <dgm:prSet/>
      <dgm:spPr/>
      <dgm:t>
        <a:bodyPr/>
        <a:lstStyle/>
        <a:p>
          <a:endParaRPr lang="en-IN"/>
        </a:p>
      </dgm:t>
    </dgm:pt>
    <dgm:pt modelId="{AB412F45-F938-4A7E-8C26-990105E6CD63}">
      <dgm:prSet phldrT="[Text]"/>
      <dgm:spPr/>
      <dgm:t>
        <a:bodyPr/>
        <a:lstStyle/>
        <a:p>
          <a:r>
            <a:rPr lang="en-US" dirty="0">
              <a:latin typeface="Times New Roman" panose="02020603050405020304" pitchFamily="18" charset="0"/>
              <a:cs typeface="Times New Roman" panose="02020603050405020304" pitchFamily="18" charset="0"/>
            </a:rPr>
            <a:t>Digital Assistants and Customer Support</a:t>
          </a:r>
          <a:endParaRPr lang="en-IN" dirty="0">
            <a:latin typeface="Times New Roman" panose="02020603050405020304" pitchFamily="18" charset="0"/>
            <a:cs typeface="Times New Roman" panose="02020603050405020304" pitchFamily="18" charset="0"/>
          </a:endParaRPr>
        </a:p>
      </dgm:t>
    </dgm:pt>
    <dgm:pt modelId="{C632C5F3-2DD2-4F85-9F39-D8F18818F1F3}" type="parTrans" cxnId="{D8C18C7E-E4BA-42C1-9264-2AD6386DEE9D}">
      <dgm:prSet/>
      <dgm:spPr/>
      <dgm:t>
        <a:bodyPr/>
        <a:lstStyle/>
        <a:p>
          <a:endParaRPr lang="en-IN"/>
        </a:p>
      </dgm:t>
    </dgm:pt>
    <dgm:pt modelId="{986BE9AF-8A11-41B9-B8AA-4C475AF81297}" type="sibTrans" cxnId="{D8C18C7E-E4BA-42C1-9264-2AD6386DEE9D}">
      <dgm:prSet/>
      <dgm:spPr/>
      <dgm:t>
        <a:bodyPr/>
        <a:lstStyle/>
        <a:p>
          <a:endParaRPr lang="en-IN"/>
        </a:p>
      </dgm:t>
    </dgm:pt>
    <dgm:pt modelId="{42EEBFFB-0112-42EB-ACEB-7DE417043E93}">
      <dgm:prSet phldrT="[Text]"/>
      <dgm:spPr/>
      <dgm:t>
        <a:bodyPr/>
        <a:lstStyle/>
        <a:p>
          <a:r>
            <a:rPr lang="en-US" dirty="0">
              <a:latin typeface="Times New Roman" panose="02020603050405020304" pitchFamily="18" charset="0"/>
              <a:cs typeface="Times New Roman" panose="02020603050405020304" pitchFamily="18" charset="0"/>
            </a:rPr>
            <a:t>Increased Reach for Blogs and News Articles</a:t>
          </a:r>
          <a:endParaRPr lang="en-IN" dirty="0">
            <a:latin typeface="Times New Roman" panose="02020603050405020304" pitchFamily="18" charset="0"/>
            <a:cs typeface="Times New Roman" panose="02020603050405020304" pitchFamily="18" charset="0"/>
          </a:endParaRPr>
        </a:p>
      </dgm:t>
    </dgm:pt>
    <dgm:pt modelId="{F7C5F6BE-6965-4BFC-8599-5DC4F6A18905}" type="parTrans" cxnId="{6844D3D1-3900-4672-A60A-AEC21DC19AF1}">
      <dgm:prSet/>
      <dgm:spPr/>
      <dgm:t>
        <a:bodyPr/>
        <a:lstStyle/>
        <a:p>
          <a:endParaRPr lang="en-IN"/>
        </a:p>
      </dgm:t>
    </dgm:pt>
    <dgm:pt modelId="{D844FFEA-FD15-42AB-A1F6-2B8937E2E00B}" type="sibTrans" cxnId="{6844D3D1-3900-4672-A60A-AEC21DC19AF1}">
      <dgm:prSet/>
      <dgm:spPr/>
      <dgm:t>
        <a:bodyPr/>
        <a:lstStyle/>
        <a:p>
          <a:endParaRPr lang="en-IN"/>
        </a:p>
      </dgm:t>
    </dgm:pt>
    <dgm:pt modelId="{C562F0A6-53E7-41FE-9D19-77977316DE7A}">
      <dgm:prSet phldrT="[Text]"/>
      <dgm:spPr/>
      <dgm:t>
        <a:bodyPr/>
        <a:lstStyle/>
        <a:p>
          <a:r>
            <a:rPr lang="en-US" dirty="0">
              <a:latin typeface="Times New Roman" panose="02020603050405020304" pitchFamily="18" charset="0"/>
              <a:cs typeface="Times New Roman" panose="02020603050405020304" pitchFamily="18" charset="0"/>
            </a:rPr>
            <a:t>Many learners Benefit from Audio Learning</a:t>
          </a:r>
          <a:endParaRPr lang="en-IN" dirty="0">
            <a:latin typeface="Times New Roman" panose="02020603050405020304" pitchFamily="18" charset="0"/>
            <a:cs typeface="Times New Roman" panose="02020603050405020304" pitchFamily="18" charset="0"/>
          </a:endParaRPr>
        </a:p>
      </dgm:t>
    </dgm:pt>
    <dgm:pt modelId="{28357A58-B3FB-46BD-A27E-DADD3989066F}" type="parTrans" cxnId="{7B0447D3-E1A6-4D96-9C22-716DBF84DF9A}">
      <dgm:prSet/>
      <dgm:spPr/>
      <dgm:t>
        <a:bodyPr/>
        <a:lstStyle/>
        <a:p>
          <a:endParaRPr lang="en-IN"/>
        </a:p>
      </dgm:t>
    </dgm:pt>
    <dgm:pt modelId="{13EAD3E1-B9E2-4CD8-88CA-84A31A9DEFC1}" type="sibTrans" cxnId="{7B0447D3-E1A6-4D96-9C22-716DBF84DF9A}">
      <dgm:prSet/>
      <dgm:spPr/>
      <dgm:t>
        <a:bodyPr/>
        <a:lstStyle/>
        <a:p>
          <a:endParaRPr lang="en-IN"/>
        </a:p>
      </dgm:t>
    </dgm:pt>
    <dgm:pt modelId="{92502D19-86E0-476F-B524-85F274855B93}">
      <dgm:prSet phldrT="[Text]"/>
      <dgm:spPr/>
      <dgm:t>
        <a:bodyPr/>
        <a:lstStyle/>
        <a:p>
          <a:r>
            <a:rPr lang="en-US" dirty="0">
              <a:latin typeface="Times New Roman" panose="02020603050405020304" pitchFamily="18" charset="0"/>
              <a:cs typeface="Times New Roman" panose="02020603050405020304" pitchFamily="18" charset="0"/>
            </a:rPr>
            <a:t>Content Creators can use this system to generate audio versions of their written content </a:t>
          </a:r>
          <a:endParaRPr lang="en-IN" dirty="0">
            <a:latin typeface="Times New Roman" panose="02020603050405020304" pitchFamily="18" charset="0"/>
            <a:cs typeface="Times New Roman" panose="02020603050405020304" pitchFamily="18" charset="0"/>
          </a:endParaRPr>
        </a:p>
      </dgm:t>
    </dgm:pt>
    <dgm:pt modelId="{8E45BAEA-46E0-4731-A9A2-6EE70D1E4606}" type="parTrans" cxnId="{AF125B00-6369-4B57-A61C-48F01EBCEEF2}">
      <dgm:prSet/>
      <dgm:spPr/>
      <dgm:t>
        <a:bodyPr/>
        <a:lstStyle/>
        <a:p>
          <a:endParaRPr lang="en-IN"/>
        </a:p>
      </dgm:t>
    </dgm:pt>
    <dgm:pt modelId="{7947A32D-0EAD-4A61-BEAE-84133E6E7721}" type="sibTrans" cxnId="{AF125B00-6369-4B57-A61C-48F01EBCEEF2}">
      <dgm:prSet/>
      <dgm:spPr/>
      <dgm:t>
        <a:bodyPr/>
        <a:lstStyle/>
        <a:p>
          <a:endParaRPr lang="en-IN"/>
        </a:p>
      </dgm:t>
    </dgm:pt>
    <dgm:pt modelId="{C8F816BE-89E9-4F4E-97DB-DB6A57BF8B78}">
      <dgm:prSet phldrT="[Text]"/>
      <dgm:spPr/>
      <dgm:t>
        <a:bodyPr/>
        <a:lstStyle/>
        <a:p>
          <a:r>
            <a:rPr lang="en-US" dirty="0">
              <a:latin typeface="Times New Roman" panose="02020603050405020304" pitchFamily="18" charset="0"/>
              <a:cs typeface="Times New Roman" panose="02020603050405020304" pitchFamily="18" charset="0"/>
            </a:rPr>
            <a:t>A TTS system can enhance chatbots or virtual assistants by enabling them to speak responses.</a:t>
          </a:r>
          <a:endParaRPr lang="en-IN" dirty="0">
            <a:latin typeface="Times New Roman" panose="02020603050405020304" pitchFamily="18" charset="0"/>
            <a:cs typeface="Times New Roman" panose="02020603050405020304" pitchFamily="18" charset="0"/>
          </a:endParaRPr>
        </a:p>
      </dgm:t>
    </dgm:pt>
    <dgm:pt modelId="{F612E8ED-F522-4824-A1FE-8A136625841B}" type="parTrans" cxnId="{66A05156-0FB3-42AC-8DD0-896C8D2C60A0}">
      <dgm:prSet/>
      <dgm:spPr/>
      <dgm:t>
        <a:bodyPr/>
        <a:lstStyle/>
        <a:p>
          <a:endParaRPr lang="en-IN"/>
        </a:p>
      </dgm:t>
    </dgm:pt>
    <dgm:pt modelId="{99A26035-E7A4-4429-8036-E802F4822D15}" type="sibTrans" cxnId="{66A05156-0FB3-42AC-8DD0-896C8D2C60A0}">
      <dgm:prSet/>
      <dgm:spPr/>
      <dgm:t>
        <a:bodyPr/>
        <a:lstStyle/>
        <a:p>
          <a:endParaRPr lang="en-IN"/>
        </a:p>
      </dgm:t>
    </dgm:pt>
    <dgm:pt modelId="{F48634B8-506D-4855-A6A0-B4BA645FABAC}">
      <dgm:prSet phldrT="[Text]"/>
      <dgm:spPr/>
      <dgm:t>
        <a:bodyPr/>
        <a:lstStyle/>
        <a:p>
          <a:r>
            <a:rPr lang="en-US" dirty="0">
              <a:latin typeface="Times New Roman" panose="02020603050405020304" pitchFamily="18" charset="0"/>
              <a:cs typeface="Times New Roman" panose="02020603050405020304" pitchFamily="18" charset="0"/>
            </a:rPr>
            <a:t>Offering an Audio version for written content can cater a broader audience who have limited time or reading preferences</a:t>
          </a:r>
          <a:endParaRPr lang="en-IN" dirty="0">
            <a:latin typeface="Times New Roman" panose="02020603050405020304" pitchFamily="18" charset="0"/>
            <a:cs typeface="Times New Roman" panose="02020603050405020304" pitchFamily="18" charset="0"/>
          </a:endParaRPr>
        </a:p>
      </dgm:t>
    </dgm:pt>
    <dgm:pt modelId="{6872687B-7E7D-4A2F-9AB8-EAC79FA990C2}" type="parTrans" cxnId="{2CEF22F8-DE58-4F21-BF63-CE1854A72F9E}">
      <dgm:prSet/>
      <dgm:spPr/>
      <dgm:t>
        <a:bodyPr/>
        <a:lstStyle/>
        <a:p>
          <a:endParaRPr lang="en-IN"/>
        </a:p>
      </dgm:t>
    </dgm:pt>
    <dgm:pt modelId="{73784557-B433-4D87-B3BB-6CD77CED3181}" type="sibTrans" cxnId="{2CEF22F8-DE58-4F21-BF63-CE1854A72F9E}">
      <dgm:prSet/>
      <dgm:spPr/>
      <dgm:t>
        <a:bodyPr/>
        <a:lstStyle/>
        <a:p>
          <a:endParaRPr lang="en-IN"/>
        </a:p>
      </dgm:t>
    </dgm:pt>
    <dgm:pt modelId="{8C2C085E-2333-43D9-A2D9-3F0BE66866AF}" type="pres">
      <dgm:prSet presAssocID="{8129B936-2E10-403F-9AC6-2C1C0FBEB353}" presName="linear" presStyleCnt="0">
        <dgm:presLayoutVars>
          <dgm:animLvl val="lvl"/>
          <dgm:resizeHandles val="exact"/>
        </dgm:presLayoutVars>
      </dgm:prSet>
      <dgm:spPr/>
    </dgm:pt>
    <dgm:pt modelId="{562C1F07-25A4-401C-85C6-86405F8E9DB9}" type="pres">
      <dgm:prSet presAssocID="{2B13519E-9D36-4DB9-A533-86440AE1A0CC}" presName="parentText" presStyleLbl="node1" presStyleIdx="0" presStyleCnt="4">
        <dgm:presLayoutVars>
          <dgm:chMax val="0"/>
          <dgm:bulletEnabled val="1"/>
        </dgm:presLayoutVars>
      </dgm:prSet>
      <dgm:spPr/>
    </dgm:pt>
    <dgm:pt modelId="{E257B6B4-9103-400C-B89E-5D5E112AF5F6}" type="pres">
      <dgm:prSet presAssocID="{2B13519E-9D36-4DB9-A533-86440AE1A0CC}" presName="childText" presStyleLbl="revTx" presStyleIdx="0" presStyleCnt="4">
        <dgm:presLayoutVars>
          <dgm:bulletEnabled val="1"/>
        </dgm:presLayoutVars>
      </dgm:prSet>
      <dgm:spPr/>
    </dgm:pt>
    <dgm:pt modelId="{781D6508-F611-4128-8324-09335C245466}" type="pres">
      <dgm:prSet presAssocID="{A16A62D7-A2B2-4FD2-AEA3-65A9D70F6371}" presName="parentText" presStyleLbl="node1" presStyleIdx="1" presStyleCnt="4">
        <dgm:presLayoutVars>
          <dgm:chMax val="0"/>
          <dgm:bulletEnabled val="1"/>
        </dgm:presLayoutVars>
      </dgm:prSet>
      <dgm:spPr/>
    </dgm:pt>
    <dgm:pt modelId="{E38BA1F5-07ED-44B0-9AB7-E32D6822B939}" type="pres">
      <dgm:prSet presAssocID="{A16A62D7-A2B2-4FD2-AEA3-65A9D70F6371}" presName="childText" presStyleLbl="revTx" presStyleIdx="1" presStyleCnt="4">
        <dgm:presLayoutVars>
          <dgm:bulletEnabled val="1"/>
        </dgm:presLayoutVars>
      </dgm:prSet>
      <dgm:spPr/>
    </dgm:pt>
    <dgm:pt modelId="{674E01F7-3B80-45B1-A3F5-B99162253C87}" type="pres">
      <dgm:prSet presAssocID="{AB412F45-F938-4A7E-8C26-990105E6CD63}" presName="parentText" presStyleLbl="node1" presStyleIdx="2" presStyleCnt="4">
        <dgm:presLayoutVars>
          <dgm:chMax val="0"/>
          <dgm:bulletEnabled val="1"/>
        </dgm:presLayoutVars>
      </dgm:prSet>
      <dgm:spPr/>
    </dgm:pt>
    <dgm:pt modelId="{BA236ACA-08CF-4CF7-80C0-7DA4AC48F1A2}" type="pres">
      <dgm:prSet presAssocID="{AB412F45-F938-4A7E-8C26-990105E6CD63}" presName="childText" presStyleLbl="revTx" presStyleIdx="2" presStyleCnt="4">
        <dgm:presLayoutVars>
          <dgm:bulletEnabled val="1"/>
        </dgm:presLayoutVars>
      </dgm:prSet>
      <dgm:spPr/>
    </dgm:pt>
    <dgm:pt modelId="{BD47AEDB-DC44-4C7E-BF4D-8DF496F4EEC6}" type="pres">
      <dgm:prSet presAssocID="{42EEBFFB-0112-42EB-ACEB-7DE417043E93}" presName="parentText" presStyleLbl="node1" presStyleIdx="3" presStyleCnt="4">
        <dgm:presLayoutVars>
          <dgm:chMax val="0"/>
          <dgm:bulletEnabled val="1"/>
        </dgm:presLayoutVars>
      </dgm:prSet>
      <dgm:spPr/>
    </dgm:pt>
    <dgm:pt modelId="{ADAC6C50-CF66-4140-9ABF-6CE87D546B23}" type="pres">
      <dgm:prSet presAssocID="{42EEBFFB-0112-42EB-ACEB-7DE417043E93}" presName="childText" presStyleLbl="revTx" presStyleIdx="3" presStyleCnt="4">
        <dgm:presLayoutVars>
          <dgm:bulletEnabled val="1"/>
        </dgm:presLayoutVars>
      </dgm:prSet>
      <dgm:spPr/>
    </dgm:pt>
  </dgm:ptLst>
  <dgm:cxnLst>
    <dgm:cxn modelId="{AF125B00-6369-4B57-A61C-48F01EBCEEF2}" srcId="{A16A62D7-A2B2-4FD2-AEA3-65A9D70F6371}" destId="{92502D19-86E0-476F-B524-85F274855B93}" srcOrd="0" destOrd="0" parTransId="{8E45BAEA-46E0-4731-A9A2-6EE70D1E4606}" sibTransId="{7947A32D-0EAD-4A61-BEAE-84133E6E7721}"/>
    <dgm:cxn modelId="{FE56B00C-2DD4-4CA4-8705-08956F5286FC}" type="presOf" srcId="{F48634B8-506D-4855-A6A0-B4BA645FABAC}" destId="{ADAC6C50-CF66-4140-9ABF-6CE87D546B23}" srcOrd="0" destOrd="0" presId="urn:microsoft.com/office/officeart/2005/8/layout/vList2"/>
    <dgm:cxn modelId="{FEA9D41B-4343-4F22-83FF-F872F36242C8}" type="presOf" srcId="{C8F816BE-89E9-4F4E-97DB-DB6A57BF8B78}" destId="{BA236ACA-08CF-4CF7-80C0-7DA4AC48F1A2}" srcOrd="0" destOrd="0" presId="urn:microsoft.com/office/officeart/2005/8/layout/vList2"/>
    <dgm:cxn modelId="{84662834-C753-42DF-B323-E6057EB8D54E}" type="presOf" srcId="{8129B936-2E10-403F-9AC6-2C1C0FBEB353}" destId="{8C2C085E-2333-43D9-A2D9-3F0BE66866AF}" srcOrd="0" destOrd="0" presId="urn:microsoft.com/office/officeart/2005/8/layout/vList2"/>
    <dgm:cxn modelId="{4F6E5640-ADF7-4DEC-9855-1F8A547BB598}" type="presOf" srcId="{AB412F45-F938-4A7E-8C26-990105E6CD63}" destId="{674E01F7-3B80-45B1-A3F5-B99162253C87}" srcOrd="0" destOrd="0" presId="urn:microsoft.com/office/officeart/2005/8/layout/vList2"/>
    <dgm:cxn modelId="{44235463-BED8-453C-ADE3-54AD54CCE3D0}" srcId="{8129B936-2E10-403F-9AC6-2C1C0FBEB353}" destId="{2B13519E-9D36-4DB9-A533-86440AE1A0CC}" srcOrd="0" destOrd="0" parTransId="{5BDA0926-E6E3-49A1-BAF3-DB1057BD868B}" sibTransId="{C531BEDD-787B-4421-9B3D-A295DB4C43C4}"/>
    <dgm:cxn modelId="{66A05156-0FB3-42AC-8DD0-896C8D2C60A0}" srcId="{AB412F45-F938-4A7E-8C26-990105E6CD63}" destId="{C8F816BE-89E9-4F4E-97DB-DB6A57BF8B78}" srcOrd="0" destOrd="0" parTransId="{F612E8ED-F522-4824-A1FE-8A136625841B}" sibTransId="{99A26035-E7A4-4429-8036-E802F4822D15}"/>
    <dgm:cxn modelId="{D8C18C7E-E4BA-42C1-9264-2AD6386DEE9D}" srcId="{8129B936-2E10-403F-9AC6-2C1C0FBEB353}" destId="{AB412F45-F938-4A7E-8C26-990105E6CD63}" srcOrd="2" destOrd="0" parTransId="{C632C5F3-2DD2-4F85-9F39-D8F18818F1F3}" sibTransId="{986BE9AF-8A11-41B9-B8AA-4C475AF81297}"/>
    <dgm:cxn modelId="{D2E70289-38D9-4A28-B125-E09BEF9F4568}" srcId="{8129B936-2E10-403F-9AC6-2C1C0FBEB353}" destId="{A16A62D7-A2B2-4FD2-AEA3-65A9D70F6371}" srcOrd="1" destOrd="0" parTransId="{943A8676-187A-4CA4-AE2D-5BB8DDB587D5}" sibTransId="{7A7CE144-7597-47B3-9A74-DA8FFEF255E4}"/>
    <dgm:cxn modelId="{6844D3D1-3900-4672-A60A-AEC21DC19AF1}" srcId="{8129B936-2E10-403F-9AC6-2C1C0FBEB353}" destId="{42EEBFFB-0112-42EB-ACEB-7DE417043E93}" srcOrd="3" destOrd="0" parTransId="{F7C5F6BE-6965-4BFC-8599-5DC4F6A18905}" sibTransId="{D844FFEA-FD15-42AB-A1F6-2B8937E2E00B}"/>
    <dgm:cxn modelId="{7B0447D3-E1A6-4D96-9C22-716DBF84DF9A}" srcId="{2B13519E-9D36-4DB9-A533-86440AE1A0CC}" destId="{C562F0A6-53E7-41FE-9D19-77977316DE7A}" srcOrd="0" destOrd="0" parTransId="{28357A58-B3FB-46BD-A27E-DADD3989066F}" sibTransId="{13EAD3E1-B9E2-4CD8-88CA-84A31A9DEFC1}"/>
    <dgm:cxn modelId="{535DE3DD-E826-4E45-994D-4AE4DC8FCEC5}" type="presOf" srcId="{C562F0A6-53E7-41FE-9D19-77977316DE7A}" destId="{E257B6B4-9103-400C-B89E-5D5E112AF5F6}" srcOrd="0" destOrd="0" presId="urn:microsoft.com/office/officeart/2005/8/layout/vList2"/>
    <dgm:cxn modelId="{BD286CE3-9D61-4AD8-AC30-64AB6A8157AE}" type="presOf" srcId="{92502D19-86E0-476F-B524-85F274855B93}" destId="{E38BA1F5-07ED-44B0-9AB7-E32D6822B939}" srcOrd="0" destOrd="0" presId="urn:microsoft.com/office/officeart/2005/8/layout/vList2"/>
    <dgm:cxn modelId="{0258CDEE-CD74-44B0-AD2D-6977EE73842A}" type="presOf" srcId="{42EEBFFB-0112-42EB-ACEB-7DE417043E93}" destId="{BD47AEDB-DC44-4C7E-BF4D-8DF496F4EEC6}" srcOrd="0" destOrd="0" presId="urn:microsoft.com/office/officeart/2005/8/layout/vList2"/>
    <dgm:cxn modelId="{F6E13DF0-A9B4-4BA5-A18B-B95194D6FEBB}" type="presOf" srcId="{2B13519E-9D36-4DB9-A533-86440AE1A0CC}" destId="{562C1F07-25A4-401C-85C6-86405F8E9DB9}" srcOrd="0" destOrd="0" presId="urn:microsoft.com/office/officeart/2005/8/layout/vList2"/>
    <dgm:cxn modelId="{7508C8F5-9A3C-4861-8FC0-5DC13D6D5A21}" type="presOf" srcId="{A16A62D7-A2B2-4FD2-AEA3-65A9D70F6371}" destId="{781D6508-F611-4128-8324-09335C245466}" srcOrd="0" destOrd="0" presId="urn:microsoft.com/office/officeart/2005/8/layout/vList2"/>
    <dgm:cxn modelId="{2CEF22F8-DE58-4F21-BF63-CE1854A72F9E}" srcId="{42EEBFFB-0112-42EB-ACEB-7DE417043E93}" destId="{F48634B8-506D-4855-A6A0-B4BA645FABAC}" srcOrd="0" destOrd="0" parTransId="{6872687B-7E7D-4A2F-9AB8-EAC79FA990C2}" sibTransId="{73784557-B433-4D87-B3BB-6CD77CED3181}"/>
    <dgm:cxn modelId="{8B754C2E-455A-4E42-B083-12F944ABEAAC}" type="presParOf" srcId="{8C2C085E-2333-43D9-A2D9-3F0BE66866AF}" destId="{562C1F07-25A4-401C-85C6-86405F8E9DB9}" srcOrd="0" destOrd="0" presId="urn:microsoft.com/office/officeart/2005/8/layout/vList2"/>
    <dgm:cxn modelId="{D460B2D8-8AB0-4891-BF33-2482E8CFADD3}" type="presParOf" srcId="{8C2C085E-2333-43D9-A2D9-3F0BE66866AF}" destId="{E257B6B4-9103-400C-B89E-5D5E112AF5F6}" srcOrd="1" destOrd="0" presId="urn:microsoft.com/office/officeart/2005/8/layout/vList2"/>
    <dgm:cxn modelId="{933C13C7-41C9-40E1-9687-C7FD1624B8FC}" type="presParOf" srcId="{8C2C085E-2333-43D9-A2D9-3F0BE66866AF}" destId="{781D6508-F611-4128-8324-09335C245466}" srcOrd="2" destOrd="0" presId="urn:microsoft.com/office/officeart/2005/8/layout/vList2"/>
    <dgm:cxn modelId="{4CFBEF97-D223-4AD7-AB59-4ADE8EC3A318}" type="presParOf" srcId="{8C2C085E-2333-43D9-A2D9-3F0BE66866AF}" destId="{E38BA1F5-07ED-44B0-9AB7-E32D6822B939}" srcOrd="3" destOrd="0" presId="urn:microsoft.com/office/officeart/2005/8/layout/vList2"/>
    <dgm:cxn modelId="{81BB379E-7FA6-4B4E-A8A0-80F93CA52470}" type="presParOf" srcId="{8C2C085E-2333-43D9-A2D9-3F0BE66866AF}" destId="{674E01F7-3B80-45B1-A3F5-B99162253C87}" srcOrd="4" destOrd="0" presId="urn:microsoft.com/office/officeart/2005/8/layout/vList2"/>
    <dgm:cxn modelId="{FF487774-45EF-458C-8FA4-684B2F17A5E5}" type="presParOf" srcId="{8C2C085E-2333-43D9-A2D9-3F0BE66866AF}" destId="{BA236ACA-08CF-4CF7-80C0-7DA4AC48F1A2}" srcOrd="5" destOrd="0" presId="urn:microsoft.com/office/officeart/2005/8/layout/vList2"/>
    <dgm:cxn modelId="{345FDD69-31BA-4B6B-BFB9-6144BD74073A}" type="presParOf" srcId="{8C2C085E-2333-43D9-A2D9-3F0BE66866AF}" destId="{BD47AEDB-DC44-4C7E-BF4D-8DF496F4EEC6}" srcOrd="6" destOrd="0" presId="urn:microsoft.com/office/officeart/2005/8/layout/vList2"/>
    <dgm:cxn modelId="{8C50F2A1-54BE-49C1-9215-BFD951184D79}" type="presParOf" srcId="{8C2C085E-2333-43D9-A2D9-3F0BE66866AF}" destId="{ADAC6C50-CF66-4140-9ABF-6CE87D546B23}"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CE4C63-5BA3-4770-BD29-F74BA6DC741A}" type="doc">
      <dgm:prSet loTypeId="urn:microsoft.com/office/officeart/2011/layout/TabList" loCatId="list" qsTypeId="urn:microsoft.com/office/officeart/2005/8/quickstyle/simple3" qsCatId="simple" csTypeId="urn:microsoft.com/office/officeart/2005/8/colors/colorful5" csCatId="colorful" phldr="1"/>
      <dgm:spPr/>
      <dgm:t>
        <a:bodyPr/>
        <a:lstStyle/>
        <a:p>
          <a:endParaRPr lang="en-IN"/>
        </a:p>
      </dgm:t>
    </dgm:pt>
    <dgm:pt modelId="{B4C41532-70B9-4D92-939D-4D577D60E39A}">
      <dgm:prSet phldrT="[Text]"/>
      <dgm:spPr/>
      <dgm:t>
        <a:bodyPr/>
        <a:lstStyle/>
        <a:p>
          <a:pPr algn="just"/>
          <a:r>
            <a:rPr lang="en-IN" dirty="0">
              <a:latin typeface="Times New Roman" panose="02020603050405020304" pitchFamily="18" charset="0"/>
              <a:cs typeface="Times New Roman" panose="02020603050405020304" pitchFamily="18" charset="0"/>
            </a:rPr>
            <a:t>Convenience:</a:t>
          </a:r>
        </a:p>
      </dgm:t>
    </dgm:pt>
    <dgm:pt modelId="{BAD01342-0DD3-48B5-8415-4F8AB92203EF}" type="parTrans" cxnId="{05E3CFBE-C925-4775-AB27-6BAAAF0AAFFD}">
      <dgm:prSet/>
      <dgm:spPr/>
      <dgm:t>
        <a:bodyPr/>
        <a:lstStyle/>
        <a:p>
          <a:endParaRPr lang="en-IN"/>
        </a:p>
      </dgm:t>
    </dgm:pt>
    <dgm:pt modelId="{DA063897-DDD5-413F-B876-4C105C8B6403}" type="sibTrans" cxnId="{05E3CFBE-C925-4775-AB27-6BAAAF0AAFFD}">
      <dgm:prSet/>
      <dgm:spPr/>
      <dgm:t>
        <a:bodyPr/>
        <a:lstStyle/>
        <a:p>
          <a:endParaRPr lang="en-IN"/>
        </a:p>
      </dgm:t>
    </dgm:pt>
    <dgm:pt modelId="{791FCEA1-8890-46C3-82D5-6B8CE6BCBF74}">
      <dgm:prSet phldrT="[Text]"/>
      <dgm:spPr/>
      <dgm:t>
        <a:bodyPr/>
        <a:lstStyle/>
        <a:p>
          <a:pPr algn="just"/>
          <a:r>
            <a:rPr lang="en-US" dirty="0">
              <a:latin typeface="Times New Roman" panose="02020603050405020304" pitchFamily="18" charset="0"/>
              <a:cs typeface="Times New Roman" panose="02020603050405020304" pitchFamily="18" charset="0"/>
            </a:rPr>
            <a:t>Allows users to listen to blogs and educational materials while doing other activities, like driving or exercising.</a:t>
          </a:r>
          <a:endParaRPr lang="en-IN" dirty="0">
            <a:latin typeface="Times New Roman" panose="02020603050405020304" pitchFamily="18" charset="0"/>
            <a:cs typeface="Times New Roman" panose="02020603050405020304" pitchFamily="18" charset="0"/>
          </a:endParaRPr>
        </a:p>
      </dgm:t>
    </dgm:pt>
    <dgm:pt modelId="{1C6460A1-D401-4401-B679-0EE1C9FDC858}" type="parTrans" cxnId="{3E490B7F-3283-43B1-94EF-C054740E4A27}">
      <dgm:prSet/>
      <dgm:spPr/>
      <dgm:t>
        <a:bodyPr/>
        <a:lstStyle/>
        <a:p>
          <a:endParaRPr lang="en-IN"/>
        </a:p>
      </dgm:t>
    </dgm:pt>
    <dgm:pt modelId="{E811AE1A-FA4E-452A-B4EA-868AC9BAFFD2}" type="sibTrans" cxnId="{3E490B7F-3283-43B1-94EF-C054740E4A27}">
      <dgm:prSet/>
      <dgm:spPr/>
      <dgm:t>
        <a:bodyPr/>
        <a:lstStyle/>
        <a:p>
          <a:endParaRPr lang="en-IN"/>
        </a:p>
      </dgm:t>
    </dgm:pt>
    <dgm:pt modelId="{FF8A0CF2-5969-4362-9B0E-9A223F7AF1AF}">
      <dgm:prSet phldrT="[Text]"/>
      <dgm:spPr/>
      <dgm:t>
        <a:bodyPr/>
        <a:lstStyle/>
        <a:p>
          <a:pPr algn="just"/>
          <a:r>
            <a:rPr lang="en-IN" dirty="0">
              <a:latin typeface="Times New Roman" panose="02020603050405020304" pitchFamily="18" charset="0"/>
              <a:cs typeface="Times New Roman" panose="02020603050405020304" pitchFamily="18" charset="0"/>
            </a:rPr>
            <a:t>Natural Sounding Voices:</a:t>
          </a:r>
        </a:p>
      </dgm:t>
    </dgm:pt>
    <dgm:pt modelId="{AF3EF2CD-6AC1-4287-B6B9-D56B989AC545}" type="parTrans" cxnId="{43CAE1F2-3C29-4E8B-B117-7ED207BA1BA6}">
      <dgm:prSet/>
      <dgm:spPr/>
      <dgm:t>
        <a:bodyPr/>
        <a:lstStyle/>
        <a:p>
          <a:endParaRPr lang="en-IN"/>
        </a:p>
      </dgm:t>
    </dgm:pt>
    <dgm:pt modelId="{A9ED9AF6-5C6C-4C6D-8146-89030E31F207}" type="sibTrans" cxnId="{43CAE1F2-3C29-4E8B-B117-7ED207BA1BA6}">
      <dgm:prSet/>
      <dgm:spPr/>
      <dgm:t>
        <a:bodyPr/>
        <a:lstStyle/>
        <a:p>
          <a:endParaRPr lang="en-IN"/>
        </a:p>
      </dgm:t>
    </dgm:pt>
    <dgm:pt modelId="{13D9F580-80DC-4F56-B757-C4D25B67DA0A}">
      <dgm:prSet phldrT="[Text]"/>
      <dgm:spPr/>
      <dgm:t>
        <a:bodyPr/>
        <a:lstStyle/>
        <a:p>
          <a:pPr algn="just"/>
          <a:r>
            <a:rPr lang="en-US" dirty="0">
              <a:latin typeface="Times New Roman" panose="02020603050405020304" pitchFamily="18" charset="0"/>
              <a:cs typeface="Times New Roman" panose="02020603050405020304" pitchFamily="18" charset="0"/>
            </a:rPr>
            <a:t>Uses Amazon Polly to create audio that sounds realistic and engaging, making it pleasant to listen to.</a:t>
          </a:r>
          <a:endParaRPr lang="en-IN" dirty="0">
            <a:latin typeface="Times New Roman" panose="02020603050405020304" pitchFamily="18" charset="0"/>
            <a:cs typeface="Times New Roman" panose="02020603050405020304" pitchFamily="18" charset="0"/>
          </a:endParaRPr>
        </a:p>
      </dgm:t>
    </dgm:pt>
    <dgm:pt modelId="{49C1B357-F6F7-4774-905F-01A57E787E5A}" type="parTrans" cxnId="{95C5F318-6D65-48EB-BC84-02139698B3FD}">
      <dgm:prSet/>
      <dgm:spPr/>
      <dgm:t>
        <a:bodyPr/>
        <a:lstStyle/>
        <a:p>
          <a:endParaRPr lang="en-IN"/>
        </a:p>
      </dgm:t>
    </dgm:pt>
    <dgm:pt modelId="{218176C5-79F7-4CFA-8567-36358896BEFA}" type="sibTrans" cxnId="{95C5F318-6D65-48EB-BC84-02139698B3FD}">
      <dgm:prSet/>
      <dgm:spPr/>
      <dgm:t>
        <a:bodyPr/>
        <a:lstStyle/>
        <a:p>
          <a:endParaRPr lang="en-IN"/>
        </a:p>
      </dgm:t>
    </dgm:pt>
    <dgm:pt modelId="{CF31469A-24B1-4E88-AA8B-82C8D8BEDE40}">
      <dgm:prSet phldrT="[Text]"/>
      <dgm:spPr/>
      <dgm:t>
        <a:bodyPr/>
        <a:lstStyle/>
        <a:p>
          <a:pPr algn="just"/>
          <a:r>
            <a:rPr lang="en-IN" dirty="0">
              <a:latin typeface="Times New Roman" panose="02020603050405020304" pitchFamily="18" charset="0"/>
              <a:cs typeface="Times New Roman" panose="02020603050405020304" pitchFamily="18" charset="0"/>
            </a:rPr>
            <a:t>Easy Storage and Access:</a:t>
          </a:r>
        </a:p>
      </dgm:t>
    </dgm:pt>
    <dgm:pt modelId="{EDAA7F07-90C9-4863-8536-EB9051B57F27}" type="parTrans" cxnId="{4517CBFA-D843-47AA-98AB-A0BC08FCB01F}">
      <dgm:prSet/>
      <dgm:spPr/>
      <dgm:t>
        <a:bodyPr/>
        <a:lstStyle/>
        <a:p>
          <a:endParaRPr lang="en-IN"/>
        </a:p>
      </dgm:t>
    </dgm:pt>
    <dgm:pt modelId="{50966CB9-9E5E-40CD-AF41-E30AA50FF80D}" type="sibTrans" cxnId="{4517CBFA-D843-47AA-98AB-A0BC08FCB01F}">
      <dgm:prSet/>
      <dgm:spPr/>
      <dgm:t>
        <a:bodyPr/>
        <a:lstStyle/>
        <a:p>
          <a:endParaRPr lang="en-IN"/>
        </a:p>
      </dgm:t>
    </dgm:pt>
    <dgm:pt modelId="{6C3E7219-834D-4B0F-8403-53381F96AB0A}">
      <dgm:prSet phldrT="[Text]"/>
      <dgm:spPr/>
      <dgm:t>
        <a:bodyPr/>
        <a:lstStyle/>
        <a:p>
          <a:pPr algn="just"/>
          <a:r>
            <a:rPr lang="en-US" dirty="0">
              <a:latin typeface="Times New Roman" panose="02020603050405020304" pitchFamily="18" charset="0"/>
              <a:cs typeface="Times New Roman" panose="02020603050405020304" pitchFamily="18" charset="0"/>
            </a:rPr>
            <a:t>Saves audio files in Amazon S3, making them easy to store, manage, and retrieve whenever needed.</a:t>
          </a:r>
          <a:endParaRPr lang="en-IN" dirty="0">
            <a:latin typeface="Times New Roman" panose="02020603050405020304" pitchFamily="18" charset="0"/>
            <a:cs typeface="Times New Roman" panose="02020603050405020304" pitchFamily="18" charset="0"/>
          </a:endParaRPr>
        </a:p>
      </dgm:t>
    </dgm:pt>
    <dgm:pt modelId="{39C657A7-E7A3-49E5-A5CB-93F6768D6FC4}" type="parTrans" cxnId="{A185618D-F417-4594-8839-6CF1F25F4276}">
      <dgm:prSet/>
      <dgm:spPr/>
      <dgm:t>
        <a:bodyPr/>
        <a:lstStyle/>
        <a:p>
          <a:endParaRPr lang="en-IN"/>
        </a:p>
      </dgm:t>
    </dgm:pt>
    <dgm:pt modelId="{DB9BB45E-AD4B-4547-B368-DD11000CA40D}" type="sibTrans" cxnId="{A185618D-F417-4594-8839-6CF1F25F4276}">
      <dgm:prSet/>
      <dgm:spPr/>
      <dgm:t>
        <a:bodyPr/>
        <a:lstStyle/>
        <a:p>
          <a:endParaRPr lang="en-IN"/>
        </a:p>
      </dgm:t>
    </dgm:pt>
    <dgm:pt modelId="{92C248E3-8A21-4583-9281-3058A14E4594}">
      <dgm:prSet phldrT="[Text]"/>
      <dgm:spPr/>
      <dgm:t>
        <a:bodyPr/>
        <a:lstStyle/>
        <a:p>
          <a:pPr algn="just"/>
          <a:r>
            <a:rPr lang="en-IN" dirty="0">
              <a:latin typeface="Times New Roman" panose="02020603050405020304" pitchFamily="18" charset="0"/>
              <a:cs typeface="Times New Roman" panose="02020603050405020304" pitchFamily="18" charset="0"/>
            </a:rPr>
            <a:t>Accessibility:</a:t>
          </a:r>
        </a:p>
      </dgm:t>
    </dgm:pt>
    <dgm:pt modelId="{B1DC7E11-D899-428A-BC3D-7F8E6B6FADF1}" type="parTrans" cxnId="{D1E5BFE3-D5D1-428D-9323-065D8E3D05DB}">
      <dgm:prSet/>
      <dgm:spPr/>
      <dgm:t>
        <a:bodyPr/>
        <a:lstStyle/>
        <a:p>
          <a:endParaRPr lang="en-IN"/>
        </a:p>
      </dgm:t>
    </dgm:pt>
    <dgm:pt modelId="{9745A03E-EEF9-4258-8517-88D6D71798D9}" type="sibTrans" cxnId="{D1E5BFE3-D5D1-428D-9323-065D8E3D05DB}">
      <dgm:prSet/>
      <dgm:spPr/>
      <dgm:t>
        <a:bodyPr/>
        <a:lstStyle/>
        <a:p>
          <a:endParaRPr lang="en-IN"/>
        </a:p>
      </dgm:t>
    </dgm:pt>
    <dgm:pt modelId="{F0FDD8C9-0762-4BFF-B928-A8E2D12809E8}">
      <dgm:prSet phldrT="[Text]"/>
      <dgm:spPr/>
      <dgm:t>
        <a:bodyPr/>
        <a:lstStyle/>
        <a:p>
          <a:pPr algn="just"/>
          <a:r>
            <a:rPr lang="en-US" dirty="0">
              <a:latin typeface="Times New Roman" panose="02020603050405020304" pitchFamily="18" charset="0"/>
              <a:cs typeface="Times New Roman" panose="02020603050405020304" pitchFamily="18" charset="0"/>
            </a:rPr>
            <a:t>Converts text to audio, making online content more accessible </a:t>
          </a:r>
          <a:endParaRPr lang="en-IN" dirty="0">
            <a:latin typeface="Times New Roman" panose="02020603050405020304" pitchFamily="18" charset="0"/>
            <a:cs typeface="Times New Roman" panose="02020603050405020304" pitchFamily="18" charset="0"/>
          </a:endParaRPr>
        </a:p>
      </dgm:t>
    </dgm:pt>
    <dgm:pt modelId="{79AA1C17-A9B2-40D3-A10D-4D8862CB3086}" type="parTrans" cxnId="{B5C0BCB7-6477-455A-AE5F-D790D1D98D01}">
      <dgm:prSet/>
      <dgm:spPr/>
      <dgm:t>
        <a:bodyPr/>
        <a:lstStyle/>
        <a:p>
          <a:endParaRPr lang="en-IN"/>
        </a:p>
      </dgm:t>
    </dgm:pt>
    <dgm:pt modelId="{9ED36BE9-C2EA-4F4D-9B0C-94A54989CD51}" type="sibTrans" cxnId="{B5C0BCB7-6477-455A-AE5F-D790D1D98D01}">
      <dgm:prSet/>
      <dgm:spPr/>
      <dgm:t>
        <a:bodyPr/>
        <a:lstStyle/>
        <a:p>
          <a:endParaRPr lang="en-IN"/>
        </a:p>
      </dgm:t>
    </dgm:pt>
    <dgm:pt modelId="{9E0C1C62-DBCB-4898-A05F-54B09D61FE72}" type="pres">
      <dgm:prSet presAssocID="{17CE4C63-5BA3-4770-BD29-F74BA6DC741A}" presName="Name0" presStyleCnt="0">
        <dgm:presLayoutVars>
          <dgm:chMax/>
          <dgm:chPref val="3"/>
          <dgm:dir/>
          <dgm:animOne val="branch"/>
          <dgm:animLvl val="lvl"/>
        </dgm:presLayoutVars>
      </dgm:prSet>
      <dgm:spPr/>
    </dgm:pt>
    <dgm:pt modelId="{EA7AB018-F5A2-4767-BAAC-72F4A72E79A1}" type="pres">
      <dgm:prSet presAssocID="{B4C41532-70B9-4D92-939D-4D577D60E39A}" presName="composite" presStyleCnt="0"/>
      <dgm:spPr/>
    </dgm:pt>
    <dgm:pt modelId="{204B67B3-5466-4398-A992-006E8B4D42AF}" type="pres">
      <dgm:prSet presAssocID="{B4C41532-70B9-4D92-939D-4D577D60E39A}" presName="FirstChild" presStyleLbl="revTx" presStyleIdx="0" presStyleCnt="4">
        <dgm:presLayoutVars>
          <dgm:chMax val="0"/>
          <dgm:chPref val="0"/>
          <dgm:bulletEnabled val="1"/>
        </dgm:presLayoutVars>
      </dgm:prSet>
      <dgm:spPr/>
    </dgm:pt>
    <dgm:pt modelId="{F20CE14D-B3B5-4626-8FC8-AF9D04E46EAB}" type="pres">
      <dgm:prSet presAssocID="{B4C41532-70B9-4D92-939D-4D577D60E39A}" presName="Parent" presStyleLbl="alignNode1" presStyleIdx="0" presStyleCnt="4">
        <dgm:presLayoutVars>
          <dgm:chMax val="3"/>
          <dgm:chPref val="3"/>
          <dgm:bulletEnabled val="1"/>
        </dgm:presLayoutVars>
      </dgm:prSet>
      <dgm:spPr/>
    </dgm:pt>
    <dgm:pt modelId="{7A9D3071-4B23-4195-9CE7-6204B127210B}" type="pres">
      <dgm:prSet presAssocID="{B4C41532-70B9-4D92-939D-4D577D60E39A}" presName="Accent" presStyleLbl="parChTrans1D1" presStyleIdx="0" presStyleCnt="4"/>
      <dgm:spPr/>
    </dgm:pt>
    <dgm:pt modelId="{8C23C3EA-299D-4E74-873E-594C9F3C55A3}" type="pres">
      <dgm:prSet presAssocID="{DA063897-DDD5-413F-B876-4C105C8B6403}" presName="sibTrans" presStyleCnt="0"/>
      <dgm:spPr/>
    </dgm:pt>
    <dgm:pt modelId="{AE8195EE-3B18-41D1-86D7-D73FEB721282}" type="pres">
      <dgm:prSet presAssocID="{FF8A0CF2-5969-4362-9B0E-9A223F7AF1AF}" presName="composite" presStyleCnt="0"/>
      <dgm:spPr/>
    </dgm:pt>
    <dgm:pt modelId="{72EA0B44-D0FA-48EF-A22B-050BE154E6D0}" type="pres">
      <dgm:prSet presAssocID="{FF8A0CF2-5969-4362-9B0E-9A223F7AF1AF}" presName="FirstChild" presStyleLbl="revTx" presStyleIdx="1" presStyleCnt="4">
        <dgm:presLayoutVars>
          <dgm:chMax val="0"/>
          <dgm:chPref val="0"/>
          <dgm:bulletEnabled val="1"/>
        </dgm:presLayoutVars>
      </dgm:prSet>
      <dgm:spPr/>
    </dgm:pt>
    <dgm:pt modelId="{7211B79D-FEAF-4D43-B89A-A98F266915D7}" type="pres">
      <dgm:prSet presAssocID="{FF8A0CF2-5969-4362-9B0E-9A223F7AF1AF}" presName="Parent" presStyleLbl="alignNode1" presStyleIdx="1" presStyleCnt="4">
        <dgm:presLayoutVars>
          <dgm:chMax val="3"/>
          <dgm:chPref val="3"/>
          <dgm:bulletEnabled val="1"/>
        </dgm:presLayoutVars>
      </dgm:prSet>
      <dgm:spPr/>
    </dgm:pt>
    <dgm:pt modelId="{5D3F94E4-BF15-42B7-991F-E344756A47A7}" type="pres">
      <dgm:prSet presAssocID="{FF8A0CF2-5969-4362-9B0E-9A223F7AF1AF}" presName="Accent" presStyleLbl="parChTrans1D1" presStyleIdx="1" presStyleCnt="4"/>
      <dgm:spPr/>
    </dgm:pt>
    <dgm:pt modelId="{6C91B427-BEC0-4DDA-8F2D-D90F9D4A5AB3}" type="pres">
      <dgm:prSet presAssocID="{A9ED9AF6-5C6C-4C6D-8146-89030E31F207}" presName="sibTrans" presStyleCnt="0"/>
      <dgm:spPr/>
    </dgm:pt>
    <dgm:pt modelId="{A1702BCD-FE9F-447B-8E21-3D88EA197654}" type="pres">
      <dgm:prSet presAssocID="{CF31469A-24B1-4E88-AA8B-82C8D8BEDE40}" presName="composite" presStyleCnt="0"/>
      <dgm:spPr/>
    </dgm:pt>
    <dgm:pt modelId="{ED046501-373C-45F9-84D8-D1111E2AC596}" type="pres">
      <dgm:prSet presAssocID="{CF31469A-24B1-4E88-AA8B-82C8D8BEDE40}" presName="FirstChild" presStyleLbl="revTx" presStyleIdx="2" presStyleCnt="4">
        <dgm:presLayoutVars>
          <dgm:chMax val="0"/>
          <dgm:chPref val="0"/>
          <dgm:bulletEnabled val="1"/>
        </dgm:presLayoutVars>
      </dgm:prSet>
      <dgm:spPr/>
    </dgm:pt>
    <dgm:pt modelId="{9AC6DA88-3092-4A1E-B8F5-2A87487AF585}" type="pres">
      <dgm:prSet presAssocID="{CF31469A-24B1-4E88-AA8B-82C8D8BEDE40}" presName="Parent" presStyleLbl="alignNode1" presStyleIdx="2" presStyleCnt="4">
        <dgm:presLayoutVars>
          <dgm:chMax val="3"/>
          <dgm:chPref val="3"/>
          <dgm:bulletEnabled val="1"/>
        </dgm:presLayoutVars>
      </dgm:prSet>
      <dgm:spPr/>
    </dgm:pt>
    <dgm:pt modelId="{4256141E-853D-4F8A-94AA-C44DB4D88C46}" type="pres">
      <dgm:prSet presAssocID="{CF31469A-24B1-4E88-AA8B-82C8D8BEDE40}" presName="Accent" presStyleLbl="parChTrans1D1" presStyleIdx="2" presStyleCnt="4"/>
      <dgm:spPr/>
    </dgm:pt>
    <dgm:pt modelId="{6D6578EF-43BF-4E87-98D2-9BE948DF73EE}" type="pres">
      <dgm:prSet presAssocID="{50966CB9-9E5E-40CD-AF41-E30AA50FF80D}" presName="sibTrans" presStyleCnt="0"/>
      <dgm:spPr/>
    </dgm:pt>
    <dgm:pt modelId="{DAB1AE7B-A823-415F-A7B2-0F2CD3541927}" type="pres">
      <dgm:prSet presAssocID="{92C248E3-8A21-4583-9281-3058A14E4594}" presName="composite" presStyleCnt="0"/>
      <dgm:spPr/>
    </dgm:pt>
    <dgm:pt modelId="{E58C239F-EF9E-4270-8D7D-221C63ED3808}" type="pres">
      <dgm:prSet presAssocID="{92C248E3-8A21-4583-9281-3058A14E4594}" presName="FirstChild" presStyleLbl="revTx" presStyleIdx="3" presStyleCnt="4">
        <dgm:presLayoutVars>
          <dgm:chMax val="0"/>
          <dgm:chPref val="0"/>
          <dgm:bulletEnabled val="1"/>
        </dgm:presLayoutVars>
      </dgm:prSet>
      <dgm:spPr/>
    </dgm:pt>
    <dgm:pt modelId="{27DF679D-C1C4-4742-880E-BD985712C79F}" type="pres">
      <dgm:prSet presAssocID="{92C248E3-8A21-4583-9281-3058A14E4594}" presName="Parent" presStyleLbl="alignNode1" presStyleIdx="3" presStyleCnt="4">
        <dgm:presLayoutVars>
          <dgm:chMax val="3"/>
          <dgm:chPref val="3"/>
          <dgm:bulletEnabled val="1"/>
        </dgm:presLayoutVars>
      </dgm:prSet>
      <dgm:spPr/>
    </dgm:pt>
    <dgm:pt modelId="{12B5D742-96E0-4FA1-82ED-8A3EA34BF244}" type="pres">
      <dgm:prSet presAssocID="{92C248E3-8A21-4583-9281-3058A14E4594}" presName="Accent" presStyleLbl="parChTrans1D1" presStyleIdx="3" presStyleCnt="4"/>
      <dgm:spPr/>
    </dgm:pt>
  </dgm:ptLst>
  <dgm:cxnLst>
    <dgm:cxn modelId="{95C5F318-6D65-48EB-BC84-02139698B3FD}" srcId="{FF8A0CF2-5969-4362-9B0E-9A223F7AF1AF}" destId="{13D9F580-80DC-4F56-B757-C4D25B67DA0A}" srcOrd="0" destOrd="0" parTransId="{49C1B357-F6F7-4774-905F-01A57E787E5A}" sibTransId="{218176C5-79F7-4CFA-8567-36358896BEFA}"/>
    <dgm:cxn modelId="{B827E81F-5ABD-47AB-93A1-96EAC33F7A87}" type="presOf" srcId="{CF31469A-24B1-4E88-AA8B-82C8D8BEDE40}" destId="{9AC6DA88-3092-4A1E-B8F5-2A87487AF585}" srcOrd="0" destOrd="0" presId="urn:microsoft.com/office/officeart/2011/layout/TabList"/>
    <dgm:cxn modelId="{34E0BB36-F438-4121-B1E8-F5CE3514780F}" type="presOf" srcId="{B4C41532-70B9-4D92-939D-4D577D60E39A}" destId="{F20CE14D-B3B5-4626-8FC8-AF9D04E46EAB}" srcOrd="0" destOrd="0" presId="urn:microsoft.com/office/officeart/2011/layout/TabList"/>
    <dgm:cxn modelId="{F9FA8342-7D45-4AA2-ACE0-47D763375F0B}" type="presOf" srcId="{FF8A0CF2-5969-4362-9B0E-9A223F7AF1AF}" destId="{7211B79D-FEAF-4D43-B89A-A98F266915D7}" srcOrd="0" destOrd="0" presId="urn:microsoft.com/office/officeart/2011/layout/TabList"/>
    <dgm:cxn modelId="{22A98C56-9EB3-4F52-A3EB-2FA9D9AA862D}" type="presOf" srcId="{92C248E3-8A21-4583-9281-3058A14E4594}" destId="{27DF679D-C1C4-4742-880E-BD985712C79F}" srcOrd="0" destOrd="0" presId="urn:microsoft.com/office/officeart/2011/layout/TabList"/>
    <dgm:cxn modelId="{1D609576-FB0F-4BB7-8317-0973276BB728}" type="presOf" srcId="{F0FDD8C9-0762-4BFF-B928-A8E2D12809E8}" destId="{E58C239F-EF9E-4270-8D7D-221C63ED3808}" srcOrd="0" destOrd="0" presId="urn:microsoft.com/office/officeart/2011/layout/TabList"/>
    <dgm:cxn modelId="{062A7157-0361-4A95-AE6E-92F6E68C9F48}" type="presOf" srcId="{17CE4C63-5BA3-4770-BD29-F74BA6DC741A}" destId="{9E0C1C62-DBCB-4898-A05F-54B09D61FE72}" srcOrd="0" destOrd="0" presId="urn:microsoft.com/office/officeart/2011/layout/TabList"/>
    <dgm:cxn modelId="{3E490B7F-3283-43B1-94EF-C054740E4A27}" srcId="{B4C41532-70B9-4D92-939D-4D577D60E39A}" destId="{791FCEA1-8890-46C3-82D5-6B8CE6BCBF74}" srcOrd="0" destOrd="0" parTransId="{1C6460A1-D401-4401-B679-0EE1C9FDC858}" sibTransId="{E811AE1A-FA4E-452A-B4EA-868AC9BAFFD2}"/>
    <dgm:cxn modelId="{A185618D-F417-4594-8839-6CF1F25F4276}" srcId="{CF31469A-24B1-4E88-AA8B-82C8D8BEDE40}" destId="{6C3E7219-834D-4B0F-8403-53381F96AB0A}" srcOrd="0" destOrd="0" parTransId="{39C657A7-E7A3-49E5-A5CB-93F6768D6FC4}" sibTransId="{DB9BB45E-AD4B-4547-B368-DD11000CA40D}"/>
    <dgm:cxn modelId="{0C1F599B-351E-408F-BCBF-66AD70E858EA}" type="presOf" srcId="{791FCEA1-8890-46C3-82D5-6B8CE6BCBF74}" destId="{204B67B3-5466-4398-A992-006E8B4D42AF}" srcOrd="0" destOrd="0" presId="urn:microsoft.com/office/officeart/2011/layout/TabList"/>
    <dgm:cxn modelId="{58698A9D-B336-4CA9-A434-324AD165EBD9}" type="presOf" srcId="{13D9F580-80DC-4F56-B757-C4D25B67DA0A}" destId="{72EA0B44-D0FA-48EF-A22B-050BE154E6D0}" srcOrd="0" destOrd="0" presId="urn:microsoft.com/office/officeart/2011/layout/TabList"/>
    <dgm:cxn modelId="{B5C0BCB7-6477-455A-AE5F-D790D1D98D01}" srcId="{92C248E3-8A21-4583-9281-3058A14E4594}" destId="{F0FDD8C9-0762-4BFF-B928-A8E2D12809E8}" srcOrd="0" destOrd="0" parTransId="{79AA1C17-A9B2-40D3-A10D-4D8862CB3086}" sibTransId="{9ED36BE9-C2EA-4F4D-9B0C-94A54989CD51}"/>
    <dgm:cxn modelId="{05E3CFBE-C925-4775-AB27-6BAAAF0AAFFD}" srcId="{17CE4C63-5BA3-4770-BD29-F74BA6DC741A}" destId="{B4C41532-70B9-4D92-939D-4D577D60E39A}" srcOrd="0" destOrd="0" parTransId="{BAD01342-0DD3-48B5-8415-4F8AB92203EF}" sibTransId="{DA063897-DDD5-413F-B876-4C105C8B6403}"/>
    <dgm:cxn modelId="{D1ECA8D7-509D-4423-AFEA-EA67BECFB274}" type="presOf" srcId="{6C3E7219-834D-4B0F-8403-53381F96AB0A}" destId="{ED046501-373C-45F9-84D8-D1111E2AC596}" srcOrd="0" destOrd="0" presId="urn:microsoft.com/office/officeart/2011/layout/TabList"/>
    <dgm:cxn modelId="{D1E5BFE3-D5D1-428D-9323-065D8E3D05DB}" srcId="{17CE4C63-5BA3-4770-BD29-F74BA6DC741A}" destId="{92C248E3-8A21-4583-9281-3058A14E4594}" srcOrd="3" destOrd="0" parTransId="{B1DC7E11-D899-428A-BC3D-7F8E6B6FADF1}" sibTransId="{9745A03E-EEF9-4258-8517-88D6D71798D9}"/>
    <dgm:cxn modelId="{43CAE1F2-3C29-4E8B-B117-7ED207BA1BA6}" srcId="{17CE4C63-5BA3-4770-BD29-F74BA6DC741A}" destId="{FF8A0CF2-5969-4362-9B0E-9A223F7AF1AF}" srcOrd="1" destOrd="0" parTransId="{AF3EF2CD-6AC1-4287-B6B9-D56B989AC545}" sibTransId="{A9ED9AF6-5C6C-4C6D-8146-89030E31F207}"/>
    <dgm:cxn modelId="{4517CBFA-D843-47AA-98AB-A0BC08FCB01F}" srcId="{17CE4C63-5BA3-4770-BD29-F74BA6DC741A}" destId="{CF31469A-24B1-4E88-AA8B-82C8D8BEDE40}" srcOrd="2" destOrd="0" parTransId="{EDAA7F07-90C9-4863-8536-EB9051B57F27}" sibTransId="{50966CB9-9E5E-40CD-AF41-E30AA50FF80D}"/>
    <dgm:cxn modelId="{52552038-F120-4CCA-85BC-F3E8BB749545}" type="presParOf" srcId="{9E0C1C62-DBCB-4898-A05F-54B09D61FE72}" destId="{EA7AB018-F5A2-4767-BAAC-72F4A72E79A1}" srcOrd="0" destOrd="0" presId="urn:microsoft.com/office/officeart/2011/layout/TabList"/>
    <dgm:cxn modelId="{5CE03654-F55A-4DCF-864F-2C78FA22BCE1}" type="presParOf" srcId="{EA7AB018-F5A2-4767-BAAC-72F4A72E79A1}" destId="{204B67B3-5466-4398-A992-006E8B4D42AF}" srcOrd="0" destOrd="0" presId="urn:microsoft.com/office/officeart/2011/layout/TabList"/>
    <dgm:cxn modelId="{DA106D58-4CB0-40BF-A7A8-52477D28E74F}" type="presParOf" srcId="{EA7AB018-F5A2-4767-BAAC-72F4A72E79A1}" destId="{F20CE14D-B3B5-4626-8FC8-AF9D04E46EAB}" srcOrd="1" destOrd="0" presId="urn:microsoft.com/office/officeart/2011/layout/TabList"/>
    <dgm:cxn modelId="{4D2A409D-3DFC-43E6-8AAD-012A488AB3DC}" type="presParOf" srcId="{EA7AB018-F5A2-4767-BAAC-72F4A72E79A1}" destId="{7A9D3071-4B23-4195-9CE7-6204B127210B}" srcOrd="2" destOrd="0" presId="urn:microsoft.com/office/officeart/2011/layout/TabList"/>
    <dgm:cxn modelId="{85ED9257-E200-451F-8C37-BF3B3B844979}" type="presParOf" srcId="{9E0C1C62-DBCB-4898-A05F-54B09D61FE72}" destId="{8C23C3EA-299D-4E74-873E-594C9F3C55A3}" srcOrd="1" destOrd="0" presId="urn:microsoft.com/office/officeart/2011/layout/TabList"/>
    <dgm:cxn modelId="{D11ABF8A-A9A2-47AD-B312-C33D0480B1EB}" type="presParOf" srcId="{9E0C1C62-DBCB-4898-A05F-54B09D61FE72}" destId="{AE8195EE-3B18-41D1-86D7-D73FEB721282}" srcOrd="2" destOrd="0" presId="urn:microsoft.com/office/officeart/2011/layout/TabList"/>
    <dgm:cxn modelId="{E4CB005F-125F-453A-9D69-1C8AAC317654}" type="presParOf" srcId="{AE8195EE-3B18-41D1-86D7-D73FEB721282}" destId="{72EA0B44-D0FA-48EF-A22B-050BE154E6D0}" srcOrd="0" destOrd="0" presId="urn:microsoft.com/office/officeart/2011/layout/TabList"/>
    <dgm:cxn modelId="{0A26693E-98E7-4A0B-BFC3-000E56E7BD0E}" type="presParOf" srcId="{AE8195EE-3B18-41D1-86D7-D73FEB721282}" destId="{7211B79D-FEAF-4D43-B89A-A98F266915D7}" srcOrd="1" destOrd="0" presId="urn:microsoft.com/office/officeart/2011/layout/TabList"/>
    <dgm:cxn modelId="{436F0925-10CD-46F3-A1DE-DFE6E69DF3FF}" type="presParOf" srcId="{AE8195EE-3B18-41D1-86D7-D73FEB721282}" destId="{5D3F94E4-BF15-42B7-991F-E344756A47A7}" srcOrd="2" destOrd="0" presId="urn:microsoft.com/office/officeart/2011/layout/TabList"/>
    <dgm:cxn modelId="{9C4BE138-8A08-4F0A-8BF9-A753676A021E}" type="presParOf" srcId="{9E0C1C62-DBCB-4898-A05F-54B09D61FE72}" destId="{6C91B427-BEC0-4DDA-8F2D-D90F9D4A5AB3}" srcOrd="3" destOrd="0" presId="urn:microsoft.com/office/officeart/2011/layout/TabList"/>
    <dgm:cxn modelId="{A27D2C7B-306F-4C0F-A794-6EFE8436C15B}" type="presParOf" srcId="{9E0C1C62-DBCB-4898-A05F-54B09D61FE72}" destId="{A1702BCD-FE9F-447B-8E21-3D88EA197654}" srcOrd="4" destOrd="0" presId="urn:microsoft.com/office/officeart/2011/layout/TabList"/>
    <dgm:cxn modelId="{6CBF6FDE-3C70-4C1B-8996-71A097806D2C}" type="presParOf" srcId="{A1702BCD-FE9F-447B-8E21-3D88EA197654}" destId="{ED046501-373C-45F9-84D8-D1111E2AC596}" srcOrd="0" destOrd="0" presId="urn:microsoft.com/office/officeart/2011/layout/TabList"/>
    <dgm:cxn modelId="{5FE78AF4-AE21-490D-AE36-CB809A821054}" type="presParOf" srcId="{A1702BCD-FE9F-447B-8E21-3D88EA197654}" destId="{9AC6DA88-3092-4A1E-B8F5-2A87487AF585}" srcOrd="1" destOrd="0" presId="urn:microsoft.com/office/officeart/2011/layout/TabList"/>
    <dgm:cxn modelId="{F61C4040-1D26-4B4B-81EC-CADEF62890D1}" type="presParOf" srcId="{A1702BCD-FE9F-447B-8E21-3D88EA197654}" destId="{4256141E-853D-4F8A-94AA-C44DB4D88C46}" srcOrd="2" destOrd="0" presId="urn:microsoft.com/office/officeart/2011/layout/TabList"/>
    <dgm:cxn modelId="{43AB775E-69D1-4FAC-ACD2-E90F185D3043}" type="presParOf" srcId="{9E0C1C62-DBCB-4898-A05F-54B09D61FE72}" destId="{6D6578EF-43BF-4E87-98D2-9BE948DF73EE}" srcOrd="5" destOrd="0" presId="urn:microsoft.com/office/officeart/2011/layout/TabList"/>
    <dgm:cxn modelId="{79651DDD-1B77-47E7-849F-8D574C355662}" type="presParOf" srcId="{9E0C1C62-DBCB-4898-A05F-54B09D61FE72}" destId="{DAB1AE7B-A823-415F-A7B2-0F2CD3541927}" srcOrd="6" destOrd="0" presId="urn:microsoft.com/office/officeart/2011/layout/TabList"/>
    <dgm:cxn modelId="{DCA61771-5EF9-4859-BE58-F9177909B009}" type="presParOf" srcId="{DAB1AE7B-A823-415F-A7B2-0F2CD3541927}" destId="{E58C239F-EF9E-4270-8D7D-221C63ED3808}" srcOrd="0" destOrd="0" presId="urn:microsoft.com/office/officeart/2011/layout/TabList"/>
    <dgm:cxn modelId="{821DB420-8C01-4361-9156-F9BFEEBBD550}" type="presParOf" srcId="{DAB1AE7B-A823-415F-A7B2-0F2CD3541927}" destId="{27DF679D-C1C4-4742-880E-BD985712C79F}" srcOrd="1" destOrd="0" presId="urn:microsoft.com/office/officeart/2011/layout/TabList"/>
    <dgm:cxn modelId="{12634BE1-EF13-4543-AC18-1879E4CEC3DB}" type="presParOf" srcId="{DAB1AE7B-A823-415F-A7B2-0F2CD3541927}" destId="{12B5D742-96E0-4FA1-82ED-8A3EA34BF244}" srcOrd="2"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2C1F07-25A4-401C-85C6-86405F8E9DB9}">
      <dsp:nvSpPr>
        <dsp:cNvPr id="0" name=""/>
        <dsp:cNvSpPr/>
      </dsp:nvSpPr>
      <dsp:spPr>
        <a:xfrm>
          <a:off x="0" y="103732"/>
          <a:ext cx="9806607" cy="561599"/>
        </a:xfrm>
        <a:prstGeom prst="round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Educational Content for Auditory Listeners </a:t>
          </a:r>
          <a:endParaRPr lang="en-IN" sz="2400" kern="1200" dirty="0">
            <a:latin typeface="Times New Roman" panose="02020603050405020304" pitchFamily="18" charset="0"/>
            <a:cs typeface="Times New Roman" panose="02020603050405020304" pitchFamily="18" charset="0"/>
          </a:endParaRPr>
        </a:p>
      </dsp:txBody>
      <dsp:txXfrm>
        <a:off x="27415" y="131147"/>
        <a:ext cx="9751777" cy="506769"/>
      </dsp:txXfrm>
    </dsp:sp>
    <dsp:sp modelId="{E257B6B4-9103-400C-B89E-5D5E112AF5F6}">
      <dsp:nvSpPr>
        <dsp:cNvPr id="0" name=""/>
        <dsp:cNvSpPr/>
      </dsp:nvSpPr>
      <dsp:spPr>
        <a:xfrm>
          <a:off x="0" y="665332"/>
          <a:ext cx="9806607"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136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latin typeface="Times New Roman" panose="02020603050405020304" pitchFamily="18" charset="0"/>
              <a:cs typeface="Times New Roman" panose="02020603050405020304" pitchFamily="18" charset="0"/>
            </a:rPr>
            <a:t>Many learners Benefit from Audio Learning</a:t>
          </a:r>
          <a:endParaRPr lang="en-IN" sz="1900" kern="1200" dirty="0">
            <a:latin typeface="Times New Roman" panose="02020603050405020304" pitchFamily="18" charset="0"/>
            <a:cs typeface="Times New Roman" panose="02020603050405020304" pitchFamily="18" charset="0"/>
          </a:endParaRPr>
        </a:p>
      </dsp:txBody>
      <dsp:txXfrm>
        <a:off x="0" y="665332"/>
        <a:ext cx="9806607" cy="397440"/>
      </dsp:txXfrm>
    </dsp:sp>
    <dsp:sp modelId="{781D6508-F611-4128-8324-09335C245466}">
      <dsp:nvSpPr>
        <dsp:cNvPr id="0" name=""/>
        <dsp:cNvSpPr/>
      </dsp:nvSpPr>
      <dsp:spPr>
        <a:xfrm>
          <a:off x="0" y="1062772"/>
          <a:ext cx="9806607" cy="561599"/>
        </a:xfrm>
        <a:prstGeom prst="roundRect">
          <a:avLst/>
        </a:prstGeom>
        <a:gradFill rotWithShape="0">
          <a:gsLst>
            <a:gs pos="0">
              <a:schemeClr val="accent3">
                <a:hueOff val="0"/>
                <a:satOff val="0"/>
                <a:lumOff val="0"/>
                <a:alphaOff val="0"/>
                <a:tint val="96000"/>
                <a:lumMod val="104000"/>
              </a:schemeClr>
            </a:gs>
            <a:gs pos="100000">
              <a:schemeClr val="accent3">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Podcasts and Audio Blogs</a:t>
          </a:r>
          <a:endParaRPr lang="en-IN" sz="2400" kern="1200" dirty="0">
            <a:latin typeface="Times New Roman" panose="02020603050405020304" pitchFamily="18" charset="0"/>
            <a:cs typeface="Times New Roman" panose="02020603050405020304" pitchFamily="18" charset="0"/>
          </a:endParaRPr>
        </a:p>
      </dsp:txBody>
      <dsp:txXfrm>
        <a:off x="27415" y="1090187"/>
        <a:ext cx="9751777" cy="506769"/>
      </dsp:txXfrm>
    </dsp:sp>
    <dsp:sp modelId="{E38BA1F5-07ED-44B0-9AB7-E32D6822B939}">
      <dsp:nvSpPr>
        <dsp:cNvPr id="0" name=""/>
        <dsp:cNvSpPr/>
      </dsp:nvSpPr>
      <dsp:spPr>
        <a:xfrm>
          <a:off x="0" y="1624372"/>
          <a:ext cx="9806607"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136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latin typeface="Times New Roman" panose="02020603050405020304" pitchFamily="18" charset="0"/>
              <a:cs typeface="Times New Roman" panose="02020603050405020304" pitchFamily="18" charset="0"/>
            </a:rPr>
            <a:t>Content Creators can use this system to generate audio versions of their written content </a:t>
          </a:r>
          <a:endParaRPr lang="en-IN" sz="1900" kern="1200" dirty="0">
            <a:latin typeface="Times New Roman" panose="02020603050405020304" pitchFamily="18" charset="0"/>
            <a:cs typeface="Times New Roman" panose="02020603050405020304" pitchFamily="18" charset="0"/>
          </a:endParaRPr>
        </a:p>
      </dsp:txBody>
      <dsp:txXfrm>
        <a:off x="0" y="1624372"/>
        <a:ext cx="9806607" cy="397440"/>
      </dsp:txXfrm>
    </dsp:sp>
    <dsp:sp modelId="{674E01F7-3B80-45B1-A3F5-B99162253C87}">
      <dsp:nvSpPr>
        <dsp:cNvPr id="0" name=""/>
        <dsp:cNvSpPr/>
      </dsp:nvSpPr>
      <dsp:spPr>
        <a:xfrm>
          <a:off x="0" y="2021812"/>
          <a:ext cx="9806607" cy="561599"/>
        </a:xfrm>
        <a:prstGeom prst="roundRect">
          <a:avLst/>
        </a:prstGeom>
        <a:gradFill rotWithShape="0">
          <a:gsLst>
            <a:gs pos="0">
              <a:schemeClr val="accent4">
                <a:hueOff val="0"/>
                <a:satOff val="0"/>
                <a:lumOff val="0"/>
                <a:alphaOff val="0"/>
                <a:tint val="96000"/>
                <a:lumMod val="104000"/>
              </a:schemeClr>
            </a:gs>
            <a:gs pos="100000">
              <a:schemeClr val="accent4">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Digital Assistants and Customer Support</a:t>
          </a:r>
          <a:endParaRPr lang="en-IN" sz="2400" kern="1200" dirty="0">
            <a:latin typeface="Times New Roman" panose="02020603050405020304" pitchFamily="18" charset="0"/>
            <a:cs typeface="Times New Roman" panose="02020603050405020304" pitchFamily="18" charset="0"/>
          </a:endParaRPr>
        </a:p>
      </dsp:txBody>
      <dsp:txXfrm>
        <a:off x="27415" y="2049227"/>
        <a:ext cx="9751777" cy="506769"/>
      </dsp:txXfrm>
    </dsp:sp>
    <dsp:sp modelId="{BA236ACA-08CF-4CF7-80C0-7DA4AC48F1A2}">
      <dsp:nvSpPr>
        <dsp:cNvPr id="0" name=""/>
        <dsp:cNvSpPr/>
      </dsp:nvSpPr>
      <dsp:spPr>
        <a:xfrm>
          <a:off x="0" y="2583411"/>
          <a:ext cx="9806607"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136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latin typeface="Times New Roman" panose="02020603050405020304" pitchFamily="18" charset="0"/>
              <a:cs typeface="Times New Roman" panose="02020603050405020304" pitchFamily="18" charset="0"/>
            </a:rPr>
            <a:t>A TTS system can enhance chatbots or virtual assistants by enabling them to speak responses.</a:t>
          </a:r>
          <a:endParaRPr lang="en-IN" sz="1900" kern="1200" dirty="0">
            <a:latin typeface="Times New Roman" panose="02020603050405020304" pitchFamily="18" charset="0"/>
            <a:cs typeface="Times New Roman" panose="02020603050405020304" pitchFamily="18" charset="0"/>
          </a:endParaRPr>
        </a:p>
      </dsp:txBody>
      <dsp:txXfrm>
        <a:off x="0" y="2583411"/>
        <a:ext cx="9806607" cy="397440"/>
      </dsp:txXfrm>
    </dsp:sp>
    <dsp:sp modelId="{BD47AEDB-DC44-4C7E-BF4D-8DF496F4EEC6}">
      <dsp:nvSpPr>
        <dsp:cNvPr id="0" name=""/>
        <dsp:cNvSpPr/>
      </dsp:nvSpPr>
      <dsp:spPr>
        <a:xfrm>
          <a:off x="0" y="2980852"/>
          <a:ext cx="9806607" cy="561599"/>
        </a:xfrm>
        <a:prstGeom prst="roundRect">
          <a:avLst/>
        </a:prstGeom>
        <a:gradFill rotWithShape="0">
          <a:gsLst>
            <a:gs pos="0">
              <a:schemeClr val="accent5">
                <a:hueOff val="0"/>
                <a:satOff val="0"/>
                <a:lumOff val="0"/>
                <a:alphaOff val="0"/>
                <a:tint val="96000"/>
                <a:lumMod val="104000"/>
              </a:schemeClr>
            </a:gs>
            <a:gs pos="100000">
              <a:schemeClr val="accent5">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Increased Reach for Blogs and News Articles</a:t>
          </a:r>
          <a:endParaRPr lang="en-IN" sz="2400" kern="1200" dirty="0">
            <a:latin typeface="Times New Roman" panose="02020603050405020304" pitchFamily="18" charset="0"/>
            <a:cs typeface="Times New Roman" panose="02020603050405020304" pitchFamily="18" charset="0"/>
          </a:endParaRPr>
        </a:p>
      </dsp:txBody>
      <dsp:txXfrm>
        <a:off x="27415" y="3008267"/>
        <a:ext cx="9751777" cy="506769"/>
      </dsp:txXfrm>
    </dsp:sp>
    <dsp:sp modelId="{ADAC6C50-CF66-4140-9ABF-6CE87D546B23}">
      <dsp:nvSpPr>
        <dsp:cNvPr id="0" name=""/>
        <dsp:cNvSpPr/>
      </dsp:nvSpPr>
      <dsp:spPr>
        <a:xfrm>
          <a:off x="0" y="3542452"/>
          <a:ext cx="9806607" cy="571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136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latin typeface="Times New Roman" panose="02020603050405020304" pitchFamily="18" charset="0"/>
              <a:cs typeface="Times New Roman" panose="02020603050405020304" pitchFamily="18" charset="0"/>
            </a:rPr>
            <a:t>Offering an Audio version for written content can cater a broader audience who have limited time or reading preferences</a:t>
          </a:r>
          <a:endParaRPr lang="en-IN" sz="1900" kern="1200" dirty="0">
            <a:latin typeface="Times New Roman" panose="02020603050405020304" pitchFamily="18" charset="0"/>
            <a:cs typeface="Times New Roman" panose="02020603050405020304" pitchFamily="18" charset="0"/>
          </a:endParaRPr>
        </a:p>
      </dsp:txBody>
      <dsp:txXfrm>
        <a:off x="0" y="3542452"/>
        <a:ext cx="9806607" cy="5713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5D742-96E0-4FA1-82ED-8A3EA34BF244}">
      <dsp:nvSpPr>
        <dsp:cNvPr id="0" name=""/>
        <dsp:cNvSpPr/>
      </dsp:nvSpPr>
      <dsp:spPr>
        <a:xfrm>
          <a:off x="0" y="4059455"/>
          <a:ext cx="8450469" cy="0"/>
        </a:xfrm>
        <a:prstGeom prst="line">
          <a:avLst/>
        </a:prstGeom>
        <a:noFill/>
        <a:ln w="15875" cap="rnd"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56141E-853D-4F8A-94AA-C44DB4D88C46}">
      <dsp:nvSpPr>
        <dsp:cNvPr id="0" name=""/>
        <dsp:cNvSpPr/>
      </dsp:nvSpPr>
      <dsp:spPr>
        <a:xfrm>
          <a:off x="0" y="3032582"/>
          <a:ext cx="8450469" cy="0"/>
        </a:xfrm>
        <a:prstGeom prst="line">
          <a:avLst/>
        </a:prstGeom>
        <a:noFill/>
        <a:ln w="15875" cap="rnd"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D3F94E4-BF15-42B7-991F-E344756A47A7}">
      <dsp:nvSpPr>
        <dsp:cNvPr id="0" name=""/>
        <dsp:cNvSpPr/>
      </dsp:nvSpPr>
      <dsp:spPr>
        <a:xfrm>
          <a:off x="0" y="2005710"/>
          <a:ext cx="8450469" cy="0"/>
        </a:xfrm>
        <a:prstGeom prst="line">
          <a:avLst/>
        </a:prstGeom>
        <a:noFill/>
        <a:ln w="15875" cap="rnd"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A9D3071-4B23-4195-9CE7-6204B127210B}">
      <dsp:nvSpPr>
        <dsp:cNvPr id="0" name=""/>
        <dsp:cNvSpPr/>
      </dsp:nvSpPr>
      <dsp:spPr>
        <a:xfrm>
          <a:off x="0" y="978837"/>
          <a:ext cx="8450469" cy="0"/>
        </a:xfrm>
        <a:prstGeom prst="line">
          <a:avLst/>
        </a:prstGeom>
        <a:noFill/>
        <a:ln w="15875" cap="rnd"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4B67B3-5466-4398-A992-006E8B4D42AF}">
      <dsp:nvSpPr>
        <dsp:cNvPr id="0" name=""/>
        <dsp:cNvSpPr/>
      </dsp:nvSpPr>
      <dsp:spPr>
        <a:xfrm>
          <a:off x="2197121" y="863"/>
          <a:ext cx="6253347" cy="977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b" anchorCtr="0">
          <a:noAutofit/>
        </a:bodyPr>
        <a:lstStyle/>
        <a:p>
          <a:pPr marL="0" lvl="0" indent="0" algn="just"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Allows users to listen to blogs and educational materials while doing other activities, like driving or exercising.</a:t>
          </a:r>
          <a:endParaRPr lang="en-IN" sz="2200" kern="1200" dirty="0">
            <a:latin typeface="Times New Roman" panose="02020603050405020304" pitchFamily="18" charset="0"/>
            <a:cs typeface="Times New Roman" panose="02020603050405020304" pitchFamily="18" charset="0"/>
          </a:endParaRPr>
        </a:p>
      </dsp:txBody>
      <dsp:txXfrm>
        <a:off x="2197121" y="863"/>
        <a:ext cx="6253347" cy="977973"/>
      </dsp:txXfrm>
    </dsp:sp>
    <dsp:sp modelId="{F20CE14D-B3B5-4626-8FC8-AF9D04E46EAB}">
      <dsp:nvSpPr>
        <dsp:cNvPr id="0" name=""/>
        <dsp:cNvSpPr/>
      </dsp:nvSpPr>
      <dsp:spPr>
        <a:xfrm>
          <a:off x="0" y="863"/>
          <a:ext cx="2197121" cy="977973"/>
        </a:xfrm>
        <a:prstGeom prst="round2SameRect">
          <a:avLst>
            <a:gd name="adj1" fmla="val 16670"/>
            <a:gd name="adj2" fmla="val 0"/>
          </a:avLst>
        </a:prstGeom>
        <a:solidFill>
          <a:schemeClr val="accent5">
            <a:hueOff val="0"/>
            <a:satOff val="0"/>
            <a:lumOff val="0"/>
            <a:alphaOff val="0"/>
          </a:schemeClr>
        </a:solidFill>
        <a:ln w="9525" cap="rnd" cmpd="sng" algn="ctr">
          <a:solidFill>
            <a:schemeClr val="accent5">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marL="0" lvl="0" indent="0" algn="just" defTabSz="977900">
            <a:lnSpc>
              <a:spcPct val="90000"/>
            </a:lnSpc>
            <a:spcBef>
              <a:spcPct val="0"/>
            </a:spcBef>
            <a:spcAft>
              <a:spcPct val="35000"/>
            </a:spcAft>
            <a:buNone/>
          </a:pPr>
          <a:r>
            <a:rPr lang="en-IN" sz="2200" kern="1200" dirty="0">
              <a:latin typeface="Times New Roman" panose="02020603050405020304" pitchFamily="18" charset="0"/>
              <a:cs typeface="Times New Roman" panose="02020603050405020304" pitchFamily="18" charset="0"/>
            </a:rPr>
            <a:t>Convenience:</a:t>
          </a:r>
        </a:p>
      </dsp:txBody>
      <dsp:txXfrm>
        <a:off x="47749" y="48612"/>
        <a:ext cx="2101623" cy="930224"/>
      </dsp:txXfrm>
    </dsp:sp>
    <dsp:sp modelId="{72EA0B44-D0FA-48EF-A22B-050BE154E6D0}">
      <dsp:nvSpPr>
        <dsp:cNvPr id="0" name=""/>
        <dsp:cNvSpPr/>
      </dsp:nvSpPr>
      <dsp:spPr>
        <a:xfrm>
          <a:off x="2197121" y="1027736"/>
          <a:ext cx="6253347" cy="977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b" anchorCtr="0">
          <a:noAutofit/>
        </a:bodyPr>
        <a:lstStyle/>
        <a:p>
          <a:pPr marL="0" lvl="0" indent="0" algn="just"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Uses Amazon Polly to create audio that sounds realistic and engaging, making it pleasant to listen to.</a:t>
          </a:r>
          <a:endParaRPr lang="en-IN" sz="2200" kern="1200" dirty="0">
            <a:latin typeface="Times New Roman" panose="02020603050405020304" pitchFamily="18" charset="0"/>
            <a:cs typeface="Times New Roman" panose="02020603050405020304" pitchFamily="18" charset="0"/>
          </a:endParaRPr>
        </a:p>
      </dsp:txBody>
      <dsp:txXfrm>
        <a:off x="2197121" y="1027736"/>
        <a:ext cx="6253347" cy="977973"/>
      </dsp:txXfrm>
    </dsp:sp>
    <dsp:sp modelId="{7211B79D-FEAF-4D43-B89A-A98F266915D7}">
      <dsp:nvSpPr>
        <dsp:cNvPr id="0" name=""/>
        <dsp:cNvSpPr/>
      </dsp:nvSpPr>
      <dsp:spPr>
        <a:xfrm>
          <a:off x="0" y="1027736"/>
          <a:ext cx="2197121" cy="977973"/>
        </a:xfrm>
        <a:prstGeom prst="round2SameRect">
          <a:avLst>
            <a:gd name="adj1" fmla="val 16670"/>
            <a:gd name="adj2" fmla="val 0"/>
          </a:avLst>
        </a:prstGeom>
        <a:solidFill>
          <a:schemeClr val="accent5">
            <a:hueOff val="1602711"/>
            <a:satOff val="-3255"/>
            <a:lumOff val="2092"/>
            <a:alphaOff val="0"/>
          </a:schemeClr>
        </a:solidFill>
        <a:ln w="9525" cap="rnd" cmpd="sng" algn="ctr">
          <a:solidFill>
            <a:schemeClr val="accent5">
              <a:hueOff val="1602711"/>
              <a:satOff val="-3255"/>
              <a:lumOff val="2092"/>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marL="0" lvl="0" indent="0" algn="just" defTabSz="977900">
            <a:lnSpc>
              <a:spcPct val="90000"/>
            </a:lnSpc>
            <a:spcBef>
              <a:spcPct val="0"/>
            </a:spcBef>
            <a:spcAft>
              <a:spcPct val="35000"/>
            </a:spcAft>
            <a:buNone/>
          </a:pPr>
          <a:r>
            <a:rPr lang="en-IN" sz="2200" kern="1200" dirty="0">
              <a:latin typeface="Times New Roman" panose="02020603050405020304" pitchFamily="18" charset="0"/>
              <a:cs typeface="Times New Roman" panose="02020603050405020304" pitchFamily="18" charset="0"/>
            </a:rPr>
            <a:t>Natural Sounding Voices:</a:t>
          </a:r>
        </a:p>
      </dsp:txBody>
      <dsp:txXfrm>
        <a:off x="47749" y="1075485"/>
        <a:ext cx="2101623" cy="930224"/>
      </dsp:txXfrm>
    </dsp:sp>
    <dsp:sp modelId="{ED046501-373C-45F9-84D8-D1111E2AC596}">
      <dsp:nvSpPr>
        <dsp:cNvPr id="0" name=""/>
        <dsp:cNvSpPr/>
      </dsp:nvSpPr>
      <dsp:spPr>
        <a:xfrm>
          <a:off x="2197121" y="2054608"/>
          <a:ext cx="6253347" cy="977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b" anchorCtr="0">
          <a:noAutofit/>
        </a:bodyPr>
        <a:lstStyle/>
        <a:p>
          <a:pPr marL="0" lvl="0" indent="0" algn="just"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Saves audio files in Amazon S3, making them easy to store, manage, and retrieve whenever needed.</a:t>
          </a:r>
          <a:endParaRPr lang="en-IN" sz="2200" kern="1200" dirty="0">
            <a:latin typeface="Times New Roman" panose="02020603050405020304" pitchFamily="18" charset="0"/>
            <a:cs typeface="Times New Roman" panose="02020603050405020304" pitchFamily="18" charset="0"/>
          </a:endParaRPr>
        </a:p>
      </dsp:txBody>
      <dsp:txXfrm>
        <a:off x="2197121" y="2054608"/>
        <a:ext cx="6253347" cy="977973"/>
      </dsp:txXfrm>
    </dsp:sp>
    <dsp:sp modelId="{9AC6DA88-3092-4A1E-B8F5-2A87487AF585}">
      <dsp:nvSpPr>
        <dsp:cNvPr id="0" name=""/>
        <dsp:cNvSpPr/>
      </dsp:nvSpPr>
      <dsp:spPr>
        <a:xfrm>
          <a:off x="0" y="2054608"/>
          <a:ext cx="2197121" cy="977973"/>
        </a:xfrm>
        <a:prstGeom prst="round2SameRect">
          <a:avLst>
            <a:gd name="adj1" fmla="val 16670"/>
            <a:gd name="adj2" fmla="val 0"/>
          </a:avLst>
        </a:prstGeom>
        <a:solidFill>
          <a:schemeClr val="accent5">
            <a:hueOff val="3205422"/>
            <a:satOff val="-6509"/>
            <a:lumOff val="4183"/>
            <a:alphaOff val="0"/>
          </a:schemeClr>
        </a:solidFill>
        <a:ln w="9525" cap="rnd" cmpd="sng" algn="ctr">
          <a:solidFill>
            <a:schemeClr val="accent5">
              <a:hueOff val="3205422"/>
              <a:satOff val="-6509"/>
              <a:lumOff val="4183"/>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marL="0" lvl="0" indent="0" algn="just" defTabSz="977900">
            <a:lnSpc>
              <a:spcPct val="90000"/>
            </a:lnSpc>
            <a:spcBef>
              <a:spcPct val="0"/>
            </a:spcBef>
            <a:spcAft>
              <a:spcPct val="35000"/>
            </a:spcAft>
            <a:buNone/>
          </a:pPr>
          <a:r>
            <a:rPr lang="en-IN" sz="2200" kern="1200" dirty="0">
              <a:latin typeface="Times New Roman" panose="02020603050405020304" pitchFamily="18" charset="0"/>
              <a:cs typeface="Times New Roman" panose="02020603050405020304" pitchFamily="18" charset="0"/>
            </a:rPr>
            <a:t>Easy Storage and Access:</a:t>
          </a:r>
        </a:p>
      </dsp:txBody>
      <dsp:txXfrm>
        <a:off x="47749" y="2102357"/>
        <a:ext cx="2101623" cy="930224"/>
      </dsp:txXfrm>
    </dsp:sp>
    <dsp:sp modelId="{E58C239F-EF9E-4270-8D7D-221C63ED3808}">
      <dsp:nvSpPr>
        <dsp:cNvPr id="0" name=""/>
        <dsp:cNvSpPr/>
      </dsp:nvSpPr>
      <dsp:spPr>
        <a:xfrm>
          <a:off x="2197121" y="3081481"/>
          <a:ext cx="6253347" cy="977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b" anchorCtr="0">
          <a:noAutofit/>
        </a:bodyPr>
        <a:lstStyle/>
        <a:p>
          <a:pPr marL="0" lvl="0" indent="0" algn="just"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Converts text to audio, making online content more accessible </a:t>
          </a:r>
          <a:endParaRPr lang="en-IN" sz="2200" kern="1200" dirty="0">
            <a:latin typeface="Times New Roman" panose="02020603050405020304" pitchFamily="18" charset="0"/>
            <a:cs typeface="Times New Roman" panose="02020603050405020304" pitchFamily="18" charset="0"/>
          </a:endParaRPr>
        </a:p>
      </dsp:txBody>
      <dsp:txXfrm>
        <a:off x="2197121" y="3081481"/>
        <a:ext cx="6253347" cy="977973"/>
      </dsp:txXfrm>
    </dsp:sp>
    <dsp:sp modelId="{27DF679D-C1C4-4742-880E-BD985712C79F}">
      <dsp:nvSpPr>
        <dsp:cNvPr id="0" name=""/>
        <dsp:cNvSpPr/>
      </dsp:nvSpPr>
      <dsp:spPr>
        <a:xfrm>
          <a:off x="0" y="3081481"/>
          <a:ext cx="2197121" cy="977973"/>
        </a:xfrm>
        <a:prstGeom prst="round2SameRect">
          <a:avLst>
            <a:gd name="adj1" fmla="val 16670"/>
            <a:gd name="adj2" fmla="val 0"/>
          </a:avLst>
        </a:prstGeom>
        <a:solidFill>
          <a:schemeClr val="accent5">
            <a:hueOff val="4808133"/>
            <a:satOff val="-9764"/>
            <a:lumOff val="6275"/>
            <a:alphaOff val="0"/>
          </a:schemeClr>
        </a:solidFill>
        <a:ln w="9525" cap="rnd" cmpd="sng" algn="ctr">
          <a:solidFill>
            <a:schemeClr val="accent5">
              <a:hueOff val="4808133"/>
              <a:satOff val="-9764"/>
              <a:lumOff val="6275"/>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marL="0" lvl="0" indent="0" algn="just" defTabSz="977900">
            <a:lnSpc>
              <a:spcPct val="90000"/>
            </a:lnSpc>
            <a:spcBef>
              <a:spcPct val="0"/>
            </a:spcBef>
            <a:spcAft>
              <a:spcPct val="35000"/>
            </a:spcAft>
            <a:buNone/>
          </a:pPr>
          <a:r>
            <a:rPr lang="en-IN" sz="2200" kern="1200" dirty="0">
              <a:latin typeface="Times New Roman" panose="02020603050405020304" pitchFamily="18" charset="0"/>
              <a:cs typeface="Times New Roman" panose="02020603050405020304" pitchFamily="18" charset="0"/>
            </a:rPr>
            <a:t>Accessibility:</a:t>
          </a:r>
        </a:p>
      </dsp:txBody>
      <dsp:txXfrm>
        <a:off x="47749" y="3129230"/>
        <a:ext cx="2101623" cy="93022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741D12-1BA0-4D16-B253-39E4DA7AD69F}" type="datetimeFigureOut">
              <a:rPr lang="en-US" smtClean="0"/>
              <a:t>11/6/2024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F910782-FDC2-4F7C-A018-7A502E5089C7}" type="slidenum">
              <a:rPr lang="en-US" smtClean="0"/>
              <a:t>‹#›</a:t>
            </a:fld>
            <a:endParaRPr lang="en-US"/>
          </a:p>
        </p:txBody>
      </p:sp>
    </p:spTree>
    <p:extLst>
      <p:ext uri="{BB962C8B-B14F-4D97-AF65-F5344CB8AC3E}">
        <p14:creationId xmlns:p14="http://schemas.microsoft.com/office/powerpoint/2010/main" val="1944837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D0E036-A0EF-40EA-AC2B-818A5F8CFC1C}" type="datetimeFigureOut">
              <a:rPr lang="en-US" smtClean="0"/>
              <a:t>11/6/2024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936D52-512B-47DE-BC94-6C88A56CE986}" type="slidenum">
              <a:rPr lang="en-US" smtClean="0"/>
              <a:t>‹#›</a:t>
            </a:fld>
            <a:endParaRPr lang="en-US"/>
          </a:p>
        </p:txBody>
      </p:sp>
    </p:spTree>
    <p:extLst>
      <p:ext uri="{BB962C8B-B14F-4D97-AF65-F5344CB8AC3E}">
        <p14:creationId xmlns:p14="http://schemas.microsoft.com/office/powerpoint/2010/main" val="1340996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C936D52-512B-47DE-BC94-6C88A56CE986}" type="slidenum">
              <a:rPr lang="en-US" smtClean="0"/>
              <a:t>1</a:t>
            </a:fld>
            <a:endParaRPr lang="en-US"/>
          </a:p>
        </p:txBody>
      </p:sp>
    </p:spTree>
    <p:extLst>
      <p:ext uri="{BB962C8B-B14F-4D97-AF65-F5344CB8AC3E}">
        <p14:creationId xmlns:p14="http://schemas.microsoft.com/office/powerpoint/2010/main" val="4233922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A08AD9C-B2AB-4742-B9D5-88A1B5443D17}" type="datetime1">
              <a:rPr lang="en-US" smtClean="0"/>
              <a:t>11/6/2024</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62155A9-2BEA-4E1A-A809-3AB570F0F126}" type="slidenum">
              <a:rPr lang="en-US" smtClean="0"/>
              <a:pPr/>
              <a:t>‹#›</a:t>
            </a:fld>
            <a:endParaRPr lang="en-US"/>
          </a:p>
        </p:txBody>
      </p:sp>
      <p:grpSp>
        <p:nvGrpSpPr>
          <p:cNvPr id="8" name="Group 7">
            <a:extLst>
              <a:ext uri="{FF2B5EF4-FFF2-40B4-BE49-F238E27FC236}">
                <a16:creationId xmlns:a16="http://schemas.microsoft.com/office/drawing/2014/main" id="{FA619BA8-79FB-4D43-9DBB-2DF336320CF9}"/>
              </a:ext>
            </a:extLst>
          </p:cNvPr>
          <p:cNvGrpSpPr/>
          <p:nvPr userDrawn="1"/>
        </p:nvGrpSpPr>
        <p:grpSpPr bwMode="ltGray">
          <a:xfrm>
            <a:off x="0" y="0"/>
            <a:ext cx="12192000" cy="6858000"/>
            <a:chOff x="0" y="0"/>
            <a:chExt cx="12192000" cy="6858000"/>
          </a:xfrm>
        </p:grpSpPr>
        <p:sp>
          <p:nvSpPr>
            <p:cNvPr id="9" name="Rectangle 8">
              <a:extLst>
                <a:ext uri="{FF2B5EF4-FFF2-40B4-BE49-F238E27FC236}">
                  <a16:creationId xmlns:a16="http://schemas.microsoft.com/office/drawing/2014/main" id="{2F486576-7668-451E-98D2-12458A7C6ED5}"/>
                </a:ext>
              </a:extLst>
            </p:cNvPr>
            <p:cNvSpPr/>
            <p:nvPr/>
          </p:nvSpPr>
          <p:spPr bwMode="ltGray">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2">
              <a:extLst>
                <a:ext uri="{FF2B5EF4-FFF2-40B4-BE49-F238E27FC236}">
                  <a16:creationId xmlns:a16="http://schemas.microsoft.com/office/drawing/2014/main" id="{E8F1AB31-4E6A-44C7-A882-980871A000DC}"/>
                </a:ext>
              </a:extLst>
            </p:cNvPr>
            <p:cNvSpPr>
              <a:spLocks noChangeArrowheads="1"/>
            </p:cNvSpPr>
            <p:nvPr/>
          </p:nvSpPr>
          <p:spPr bwMode="ltGray">
            <a:xfrm flipH="1">
              <a:off x="9045819" y="1600200"/>
              <a:ext cx="1524000" cy="1524000"/>
            </a:xfrm>
            <a:prstGeom prst="ellipse">
              <a:avLst/>
            </a:prstGeom>
            <a:solidFill>
              <a:schemeClr val="accent2">
                <a:lumMod val="20000"/>
                <a:lumOff val="80000"/>
              </a:schemeClr>
            </a:solidFill>
            <a:ln>
              <a:noFill/>
            </a:ln>
            <a:effectLst/>
          </p:spPr>
          <p:txBody>
            <a:bodyPr wrap="none" anchor="ctr"/>
            <a:lstStyle/>
            <a:p>
              <a:pPr algn="ctr" eaLnBrk="1" hangingPunct="1"/>
              <a:endParaRPr lang="en-US" sz="2400">
                <a:latin typeface="Times New Roman" charset="0"/>
              </a:endParaRPr>
            </a:p>
          </p:txBody>
        </p:sp>
        <p:sp>
          <p:nvSpPr>
            <p:cNvPr id="11" name="Oval 3">
              <a:extLst>
                <a:ext uri="{FF2B5EF4-FFF2-40B4-BE49-F238E27FC236}">
                  <a16:creationId xmlns:a16="http://schemas.microsoft.com/office/drawing/2014/main" id="{816B87D0-BBFC-41AA-9979-59759562CDFF}"/>
                </a:ext>
              </a:extLst>
            </p:cNvPr>
            <p:cNvSpPr>
              <a:spLocks noChangeArrowheads="1"/>
            </p:cNvSpPr>
            <p:nvPr/>
          </p:nvSpPr>
          <p:spPr bwMode="ltGray">
            <a:xfrm flipH="1">
              <a:off x="7255119" y="1600200"/>
              <a:ext cx="1524000" cy="1524000"/>
            </a:xfrm>
            <a:prstGeom prst="ellipse">
              <a:avLst/>
            </a:prstGeom>
            <a:solidFill>
              <a:schemeClr val="accent2">
                <a:lumMod val="20000"/>
                <a:lumOff val="80000"/>
              </a:schemeClr>
            </a:solidFill>
            <a:ln>
              <a:noFill/>
            </a:ln>
            <a:effectLst/>
          </p:spPr>
          <p:txBody>
            <a:bodyPr wrap="none" anchor="ctr"/>
            <a:lstStyle/>
            <a:p>
              <a:pPr algn="ctr" eaLnBrk="1" hangingPunct="1"/>
              <a:endParaRPr lang="en-US" sz="2400">
                <a:latin typeface="Times New Roman" charset="0"/>
              </a:endParaRPr>
            </a:p>
          </p:txBody>
        </p:sp>
        <p:sp>
          <p:nvSpPr>
            <p:cNvPr id="12" name="Oval 4">
              <a:extLst>
                <a:ext uri="{FF2B5EF4-FFF2-40B4-BE49-F238E27FC236}">
                  <a16:creationId xmlns:a16="http://schemas.microsoft.com/office/drawing/2014/main" id="{DD0C91C9-259C-4DDB-913D-6177E673AA80}"/>
                </a:ext>
              </a:extLst>
            </p:cNvPr>
            <p:cNvSpPr>
              <a:spLocks noChangeArrowheads="1"/>
            </p:cNvSpPr>
            <p:nvPr/>
          </p:nvSpPr>
          <p:spPr bwMode="ltGray">
            <a:xfrm flipH="1">
              <a:off x="5464419" y="1600200"/>
              <a:ext cx="1524000" cy="1524000"/>
            </a:xfrm>
            <a:prstGeom prst="ellipse">
              <a:avLst/>
            </a:prstGeom>
            <a:noFill/>
            <a:ln w="28575">
              <a:solidFill>
                <a:schemeClr val="accent2">
                  <a:lumMod val="20000"/>
                  <a:lumOff val="80000"/>
                </a:schemeClr>
              </a:solidFill>
              <a:round/>
              <a:headEnd/>
              <a:tailEnd/>
            </a:ln>
            <a:effectLst/>
            <a:extLst>
              <a:ext uri="{909E8E84-426E-40DD-AFC4-6F175D3DCCD1}">
                <a14:hiddenFill xmlns:a14="http://schemas.microsoft.com/office/drawing/2010/main">
                  <a:solidFill>
                    <a:srgbClr val="E0E0F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a:latin typeface="Times New Roman" charset="0"/>
              </a:endParaRPr>
            </a:p>
          </p:txBody>
        </p:sp>
        <p:sp>
          <p:nvSpPr>
            <p:cNvPr id="13" name="Oval 5">
              <a:extLst>
                <a:ext uri="{FF2B5EF4-FFF2-40B4-BE49-F238E27FC236}">
                  <a16:creationId xmlns:a16="http://schemas.microsoft.com/office/drawing/2014/main" id="{F14F8E52-4FDF-42F8-A544-56050804B9C1}"/>
                </a:ext>
              </a:extLst>
            </p:cNvPr>
            <p:cNvSpPr>
              <a:spLocks noChangeArrowheads="1"/>
            </p:cNvSpPr>
            <p:nvPr/>
          </p:nvSpPr>
          <p:spPr bwMode="ltGray">
            <a:xfrm flipH="1">
              <a:off x="5464419" y="3276600"/>
              <a:ext cx="1524000" cy="1524000"/>
            </a:xfrm>
            <a:prstGeom prst="ellipse">
              <a:avLst/>
            </a:prstGeom>
            <a:solidFill>
              <a:schemeClr val="accent2">
                <a:lumMod val="20000"/>
                <a:lumOff val="80000"/>
              </a:schemeClr>
            </a:solidFill>
            <a:ln>
              <a:noFill/>
            </a:ln>
            <a:effectLst/>
          </p:spPr>
          <p:txBody>
            <a:bodyPr wrap="none" anchor="ctr"/>
            <a:lstStyle/>
            <a:p>
              <a:pPr algn="ctr" eaLnBrk="1" hangingPunct="1"/>
              <a:endParaRPr lang="en-US" sz="2400">
                <a:latin typeface="Times New Roman" charset="0"/>
              </a:endParaRPr>
            </a:p>
          </p:txBody>
        </p:sp>
        <p:sp>
          <p:nvSpPr>
            <p:cNvPr id="14" name="Oval 6">
              <a:extLst>
                <a:ext uri="{FF2B5EF4-FFF2-40B4-BE49-F238E27FC236}">
                  <a16:creationId xmlns:a16="http://schemas.microsoft.com/office/drawing/2014/main" id="{6ED24D69-AE3C-404E-9C9D-31D855407CEA}"/>
                </a:ext>
              </a:extLst>
            </p:cNvPr>
            <p:cNvSpPr>
              <a:spLocks noChangeArrowheads="1"/>
            </p:cNvSpPr>
            <p:nvPr/>
          </p:nvSpPr>
          <p:spPr bwMode="ltGray">
            <a:xfrm flipH="1">
              <a:off x="3732457" y="3276600"/>
              <a:ext cx="1524000" cy="1524000"/>
            </a:xfrm>
            <a:prstGeom prst="ellipse">
              <a:avLst/>
            </a:prstGeom>
            <a:solidFill>
              <a:schemeClr val="accent2">
                <a:lumMod val="20000"/>
                <a:lumOff val="80000"/>
              </a:schemeClr>
            </a:solidFill>
            <a:ln>
              <a:noFill/>
            </a:ln>
            <a:effectLst/>
          </p:spPr>
          <p:txBody>
            <a:bodyPr wrap="none" anchor="ctr"/>
            <a:lstStyle/>
            <a:p>
              <a:pPr algn="ctr" eaLnBrk="1" hangingPunct="1"/>
              <a:endParaRPr lang="en-US" sz="2400">
                <a:latin typeface="Times New Roman" charset="0"/>
              </a:endParaRPr>
            </a:p>
          </p:txBody>
        </p:sp>
        <p:sp>
          <p:nvSpPr>
            <p:cNvPr id="15" name="Oval 7">
              <a:extLst>
                <a:ext uri="{FF2B5EF4-FFF2-40B4-BE49-F238E27FC236}">
                  <a16:creationId xmlns:a16="http://schemas.microsoft.com/office/drawing/2014/main" id="{D1E0BD6B-1A24-48F7-9CEF-BEEF973BC5D3}"/>
                </a:ext>
              </a:extLst>
            </p:cNvPr>
            <p:cNvSpPr>
              <a:spLocks noChangeArrowheads="1"/>
            </p:cNvSpPr>
            <p:nvPr/>
          </p:nvSpPr>
          <p:spPr bwMode="ltGray">
            <a:xfrm flipH="1">
              <a:off x="9045819" y="3276600"/>
              <a:ext cx="1524000" cy="1524000"/>
            </a:xfrm>
            <a:prstGeom prst="ellipse">
              <a:avLst/>
            </a:prstGeom>
            <a:noFill/>
            <a:ln w="28575">
              <a:solidFill>
                <a:schemeClr val="accent2">
                  <a:lumMod val="20000"/>
                  <a:lumOff val="80000"/>
                </a:schemeClr>
              </a:solidFill>
              <a:round/>
              <a:headEnd/>
              <a:tailEnd/>
            </a:ln>
            <a:effectLst/>
            <a:extLst>
              <a:ext uri="{909E8E84-426E-40DD-AFC4-6F175D3DCCD1}">
                <a14:hiddenFill xmlns:a14="http://schemas.microsoft.com/office/drawing/2010/main">
                  <a:solidFill>
                    <a:srgbClr val="E0E0F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a:latin typeface="Times New Roman" charset="0"/>
              </a:endParaRPr>
            </a:p>
          </p:txBody>
        </p:sp>
      </p:grpSp>
    </p:spTree>
    <p:extLst>
      <p:ext uri="{BB962C8B-B14F-4D97-AF65-F5344CB8AC3E}">
        <p14:creationId xmlns:p14="http://schemas.microsoft.com/office/powerpoint/2010/main" val="3923787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0A1930-6C43-4E8F-9426-A3A84C496FC0}" type="datetime1">
              <a:rPr lang="en-US" smtClean="0"/>
              <a:t>11/6/2024</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62155A9-2BEA-4E1A-A809-3AB570F0F126}" type="slidenum">
              <a:rPr lang="en-US" smtClean="0"/>
              <a:pPr/>
              <a:t>‹#›</a:t>
            </a:fld>
            <a:endParaRPr lang="en-US"/>
          </a:p>
        </p:txBody>
      </p:sp>
    </p:spTree>
    <p:extLst>
      <p:ext uri="{BB962C8B-B14F-4D97-AF65-F5344CB8AC3E}">
        <p14:creationId xmlns:p14="http://schemas.microsoft.com/office/powerpoint/2010/main" val="2174643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DF117CD-D39E-4644-9F4A-FCA0A2101615}" type="datetime1">
              <a:rPr lang="en-US" smtClean="0"/>
              <a:t>11/6/2024</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62155A9-2BEA-4E1A-A809-3AB570F0F126}" type="slidenum">
              <a:rPr lang="en-US" smtClean="0"/>
              <a:pPr/>
              <a:t>‹#›</a:t>
            </a:fld>
            <a:endParaRPr lang="en-US"/>
          </a:p>
        </p:txBody>
      </p:sp>
    </p:spTree>
    <p:extLst>
      <p:ext uri="{BB962C8B-B14F-4D97-AF65-F5344CB8AC3E}">
        <p14:creationId xmlns:p14="http://schemas.microsoft.com/office/powerpoint/2010/main" val="3006643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0D1651-45E6-4A2C-99B8-82F921298F2D}" type="datetime1">
              <a:rPr lang="en-US" smtClean="0"/>
              <a:t>11/6/2024</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62155A9-2BEA-4E1A-A809-3AB570F0F126}" type="slidenum">
              <a:rPr lang="en-US" smtClean="0"/>
              <a:pPr/>
              <a:t>‹#›</a:t>
            </a:fld>
            <a:endParaRPr lang="en-US"/>
          </a:p>
        </p:txBody>
      </p:sp>
    </p:spTree>
    <p:extLst>
      <p:ext uri="{BB962C8B-B14F-4D97-AF65-F5344CB8AC3E}">
        <p14:creationId xmlns:p14="http://schemas.microsoft.com/office/powerpoint/2010/main" val="2549020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9806B7-6F8B-402A-A5AA-EC8CCA413C89}" type="datetime1">
              <a:rPr lang="en-US" smtClean="0"/>
              <a:t>11/6/2024</a:t>
            </a:fld>
            <a:endParaRPr lang="en-US"/>
          </a:p>
        </p:txBody>
      </p:sp>
      <p:sp>
        <p:nvSpPr>
          <p:cNvPr id="8" name="Footer Placeholder 7"/>
          <p:cNvSpPr>
            <a:spLocks noGrp="1"/>
          </p:cNvSpPr>
          <p:nvPr>
            <p:ph type="ftr" sz="quarter" idx="11"/>
          </p:nvPr>
        </p:nvSpPr>
        <p:spPr/>
        <p:txBody>
          <a:bodyPr/>
          <a:lstStyle/>
          <a:p>
            <a:r>
              <a:rPr lang="en-US"/>
              <a:t>Add a footer</a:t>
            </a:r>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62155A9-2BEA-4E1A-A809-3AB570F0F126}" type="slidenum">
              <a:rPr lang="en-US" smtClean="0"/>
              <a:pPr/>
              <a:t>‹#›</a:t>
            </a:fld>
            <a:endParaRPr lang="en-US"/>
          </a:p>
        </p:txBody>
      </p:sp>
    </p:spTree>
    <p:extLst>
      <p:ext uri="{BB962C8B-B14F-4D97-AF65-F5344CB8AC3E}">
        <p14:creationId xmlns:p14="http://schemas.microsoft.com/office/powerpoint/2010/main" val="150943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A48042-1CDC-4A3A-9348-8618A3117C5A}" type="datetime1">
              <a:rPr lang="en-US" smtClean="0"/>
              <a:t>11/6/2024</a:t>
            </a:fld>
            <a:endParaRPr lang="en-US"/>
          </a:p>
        </p:txBody>
      </p:sp>
      <p:sp>
        <p:nvSpPr>
          <p:cNvPr id="4" name="Footer Placeholder 3"/>
          <p:cNvSpPr>
            <a:spLocks noGrp="1"/>
          </p:cNvSpPr>
          <p:nvPr>
            <p:ph type="ftr" sz="quarter" idx="11"/>
          </p:nvPr>
        </p:nvSpPr>
        <p:spPr/>
        <p:txBody>
          <a:bodyPr/>
          <a:lstStyle/>
          <a:p>
            <a:r>
              <a:rPr lang="en-US"/>
              <a:t>Add a footer</a:t>
            </a:r>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62155A9-2BEA-4E1A-A809-3AB570F0F126}" type="slidenum">
              <a:rPr lang="en-US" smtClean="0"/>
              <a:pPr/>
              <a:t>‹#›</a:t>
            </a:fld>
            <a:endParaRPr lang="en-US"/>
          </a:p>
        </p:txBody>
      </p:sp>
    </p:spTree>
    <p:extLst>
      <p:ext uri="{BB962C8B-B14F-4D97-AF65-F5344CB8AC3E}">
        <p14:creationId xmlns:p14="http://schemas.microsoft.com/office/powerpoint/2010/main" val="2635686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FA7805-3287-4562-914A-E3154CDB99E0}" type="datetime1">
              <a:rPr lang="en-US" smtClean="0"/>
              <a:t>11/6/2024</a:t>
            </a:fld>
            <a:endParaRPr lang="en-US"/>
          </a:p>
        </p:txBody>
      </p:sp>
      <p:sp>
        <p:nvSpPr>
          <p:cNvPr id="3" name="Footer Placeholder 2"/>
          <p:cNvSpPr>
            <a:spLocks noGrp="1"/>
          </p:cNvSpPr>
          <p:nvPr>
            <p:ph type="ftr" sz="quarter" idx="11"/>
          </p:nvPr>
        </p:nvSpPr>
        <p:spPr/>
        <p:txBody>
          <a:bodyPr/>
          <a:lstStyle/>
          <a:p>
            <a:r>
              <a:rPr lang="en-US"/>
              <a:t>Add a footer</a:t>
            </a:r>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62155A9-2BEA-4E1A-A809-3AB570F0F126}" type="slidenum">
              <a:rPr lang="en-US" smtClean="0"/>
              <a:pPr/>
              <a:t>‹#›</a:t>
            </a:fld>
            <a:endParaRPr lang="en-US"/>
          </a:p>
        </p:txBody>
      </p:sp>
    </p:spTree>
    <p:extLst>
      <p:ext uri="{BB962C8B-B14F-4D97-AF65-F5344CB8AC3E}">
        <p14:creationId xmlns:p14="http://schemas.microsoft.com/office/powerpoint/2010/main" val="1493379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5486D92-D8A0-4DA7-91C7-7D40AE100B92}" type="datetime1">
              <a:rPr lang="en-US" smtClean="0"/>
              <a:t>11/6/2024</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62155A9-2BEA-4E1A-A809-3AB570F0F126}" type="slidenum">
              <a:rPr lang="en-US" smtClean="0"/>
              <a:pPr/>
              <a:t>‹#›</a:t>
            </a:fld>
            <a:endParaRPr lang="en-US"/>
          </a:p>
        </p:txBody>
      </p:sp>
    </p:spTree>
    <p:extLst>
      <p:ext uri="{BB962C8B-B14F-4D97-AF65-F5344CB8AC3E}">
        <p14:creationId xmlns:p14="http://schemas.microsoft.com/office/powerpoint/2010/main" val="1206450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9C6CC7D-996C-4D51-8355-44BC67D378B3}" type="datetime1">
              <a:rPr lang="en-US" smtClean="0"/>
              <a:t>11/6/2024</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62155A9-2BEA-4E1A-A809-3AB570F0F126}" type="slidenum">
              <a:rPr lang="en-US" smtClean="0"/>
              <a:pPr/>
              <a:t>‹#›</a:t>
            </a:fld>
            <a:endParaRPr lang="en-US"/>
          </a:p>
        </p:txBody>
      </p:sp>
    </p:spTree>
    <p:extLst>
      <p:ext uri="{BB962C8B-B14F-4D97-AF65-F5344CB8AC3E}">
        <p14:creationId xmlns:p14="http://schemas.microsoft.com/office/powerpoint/2010/main" val="1691270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0346F80-965E-4784-B7D3-29765BD94027}" type="datetime1">
              <a:rPr lang="en-US" smtClean="0"/>
              <a:t>11/6/2024</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62155A9-2BEA-4E1A-A809-3AB570F0F126}" type="slidenum">
              <a:rPr lang="en-US" smtClean="0"/>
              <a:pPr/>
              <a:t>‹#›</a:t>
            </a:fld>
            <a:endParaRPr lang="en-US"/>
          </a:p>
        </p:txBody>
      </p:sp>
    </p:spTree>
    <p:extLst>
      <p:ext uri="{BB962C8B-B14F-4D97-AF65-F5344CB8AC3E}">
        <p14:creationId xmlns:p14="http://schemas.microsoft.com/office/powerpoint/2010/main" val="17455421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0346F80-965E-4784-B7D3-29765BD94027}" type="datetime1">
              <a:rPr lang="en-US" smtClean="0"/>
              <a:t>11/6/2024</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62155A9-2BEA-4E1A-A809-3AB570F0F126}" type="slidenum">
              <a:rPr lang="en-US" smtClean="0"/>
              <a:pPr/>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602195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C0346F80-965E-4784-B7D3-29765BD94027}" type="datetime1">
              <a:rPr lang="en-US" smtClean="0"/>
              <a:t>11/6/2024</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62155A9-2BEA-4E1A-A809-3AB570F0F126}" type="slidenum">
              <a:rPr lang="en-US" smtClean="0"/>
              <a:pPr/>
              <a:t>‹#›</a:t>
            </a:fld>
            <a:endParaRPr lang="en-US"/>
          </a:p>
        </p:txBody>
      </p:sp>
    </p:spTree>
    <p:extLst>
      <p:ext uri="{BB962C8B-B14F-4D97-AF65-F5344CB8AC3E}">
        <p14:creationId xmlns:p14="http://schemas.microsoft.com/office/powerpoint/2010/main" val="158230955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C0346F80-965E-4784-B7D3-29765BD94027}" type="datetime1">
              <a:rPr lang="en-US" smtClean="0"/>
              <a:t>11/6/2024</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62155A9-2BEA-4E1A-A809-3AB570F0F126}" type="slidenum">
              <a:rPr lang="en-US" smtClean="0"/>
              <a:pPr/>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9840936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C0346F80-965E-4784-B7D3-29765BD94027}" type="datetime1">
              <a:rPr lang="en-US" smtClean="0"/>
              <a:t>11/6/2024</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62155A9-2BEA-4E1A-A809-3AB570F0F126}" type="slidenum">
              <a:rPr lang="en-US" smtClean="0"/>
              <a:pPr/>
              <a:t>‹#›</a:t>
            </a:fld>
            <a:endParaRPr lang="en-US"/>
          </a:p>
        </p:txBody>
      </p:sp>
    </p:spTree>
    <p:extLst>
      <p:ext uri="{BB962C8B-B14F-4D97-AF65-F5344CB8AC3E}">
        <p14:creationId xmlns:p14="http://schemas.microsoft.com/office/powerpoint/2010/main" val="407882139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BD6FAA-2408-45A7-869F-2014C214FC1D}" type="datetime1">
              <a:rPr lang="en-US" smtClean="0"/>
              <a:t>11/6/2024</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62155A9-2BEA-4E1A-A809-3AB570F0F126}" type="slidenum">
              <a:rPr lang="en-US" smtClean="0"/>
              <a:pPr/>
              <a:t>‹#›</a:t>
            </a:fld>
            <a:endParaRPr lang="en-US"/>
          </a:p>
        </p:txBody>
      </p:sp>
    </p:spTree>
    <p:extLst>
      <p:ext uri="{BB962C8B-B14F-4D97-AF65-F5344CB8AC3E}">
        <p14:creationId xmlns:p14="http://schemas.microsoft.com/office/powerpoint/2010/main" val="3737375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0D00D2-426F-4F92-907F-34BAC1037045}" type="datetime1">
              <a:rPr lang="en-US" smtClean="0"/>
              <a:t>11/6/2024</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62155A9-2BEA-4E1A-A809-3AB570F0F126}" type="slidenum">
              <a:rPr lang="en-US" smtClean="0"/>
              <a:pPr/>
              <a:t>‹#›</a:t>
            </a:fld>
            <a:endParaRPr lang="en-US"/>
          </a:p>
        </p:txBody>
      </p:sp>
    </p:spTree>
    <p:extLst>
      <p:ext uri="{BB962C8B-B14F-4D97-AF65-F5344CB8AC3E}">
        <p14:creationId xmlns:p14="http://schemas.microsoft.com/office/powerpoint/2010/main" val="345608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16" name="Group 15"/>
          <p:cNvGrpSpPr/>
          <p:nvPr userDrawn="1"/>
        </p:nvGrpSpPr>
        <p:grpSpPr bwMode="ltGray">
          <a:xfrm>
            <a:off x="0" y="0"/>
            <a:ext cx="12192000" cy="6858000"/>
            <a:chOff x="0" y="0"/>
            <a:chExt cx="12192000" cy="6858000"/>
          </a:xfrm>
        </p:grpSpPr>
        <p:sp>
          <p:nvSpPr>
            <p:cNvPr id="14" name="Rectangle 13"/>
            <p:cNvSpPr/>
            <p:nvPr/>
          </p:nvSpPr>
          <p:spPr bwMode="ltGray">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2"/>
            <p:cNvSpPr>
              <a:spLocks noChangeArrowheads="1"/>
            </p:cNvSpPr>
            <p:nvPr/>
          </p:nvSpPr>
          <p:spPr bwMode="ltGray">
            <a:xfrm flipH="1">
              <a:off x="9045819" y="1600200"/>
              <a:ext cx="1524000" cy="1524000"/>
            </a:xfrm>
            <a:prstGeom prst="ellipse">
              <a:avLst/>
            </a:prstGeom>
            <a:solidFill>
              <a:schemeClr val="accent2">
                <a:lumMod val="20000"/>
                <a:lumOff val="80000"/>
              </a:schemeClr>
            </a:solidFill>
            <a:ln>
              <a:noFill/>
            </a:ln>
            <a:effectLst/>
          </p:spPr>
          <p:txBody>
            <a:bodyPr wrap="none" anchor="ctr"/>
            <a:lstStyle/>
            <a:p>
              <a:pPr algn="ctr" eaLnBrk="1" hangingPunct="1"/>
              <a:endParaRPr lang="en-US" sz="2400">
                <a:latin typeface="Times New Roman" charset="0"/>
              </a:endParaRPr>
            </a:p>
          </p:txBody>
        </p:sp>
        <p:sp>
          <p:nvSpPr>
            <p:cNvPr id="9" name="Oval 3"/>
            <p:cNvSpPr>
              <a:spLocks noChangeArrowheads="1"/>
            </p:cNvSpPr>
            <p:nvPr/>
          </p:nvSpPr>
          <p:spPr bwMode="ltGray">
            <a:xfrm flipH="1">
              <a:off x="7255119" y="1600200"/>
              <a:ext cx="1524000" cy="1524000"/>
            </a:xfrm>
            <a:prstGeom prst="ellipse">
              <a:avLst/>
            </a:prstGeom>
            <a:solidFill>
              <a:schemeClr val="accent2">
                <a:lumMod val="20000"/>
                <a:lumOff val="80000"/>
              </a:schemeClr>
            </a:solidFill>
            <a:ln>
              <a:noFill/>
            </a:ln>
            <a:effectLst/>
          </p:spPr>
          <p:txBody>
            <a:bodyPr wrap="none" anchor="ctr"/>
            <a:lstStyle/>
            <a:p>
              <a:pPr algn="ctr" eaLnBrk="1" hangingPunct="1"/>
              <a:endParaRPr lang="en-US" sz="2400">
                <a:latin typeface="Times New Roman" charset="0"/>
              </a:endParaRPr>
            </a:p>
          </p:txBody>
        </p:sp>
        <p:sp>
          <p:nvSpPr>
            <p:cNvPr id="10" name="Oval 4"/>
            <p:cNvSpPr>
              <a:spLocks noChangeArrowheads="1"/>
            </p:cNvSpPr>
            <p:nvPr/>
          </p:nvSpPr>
          <p:spPr bwMode="ltGray">
            <a:xfrm flipH="1">
              <a:off x="5464419" y="1600200"/>
              <a:ext cx="1524000" cy="1524000"/>
            </a:xfrm>
            <a:prstGeom prst="ellipse">
              <a:avLst/>
            </a:prstGeom>
            <a:noFill/>
            <a:ln w="28575">
              <a:solidFill>
                <a:schemeClr val="accent2">
                  <a:lumMod val="20000"/>
                  <a:lumOff val="80000"/>
                </a:schemeClr>
              </a:solidFill>
              <a:round/>
              <a:headEnd/>
              <a:tailEnd/>
            </a:ln>
            <a:effectLst/>
            <a:extLst>
              <a:ext uri="{909E8E84-426E-40DD-AFC4-6F175D3DCCD1}">
                <a14:hiddenFill xmlns:a14="http://schemas.microsoft.com/office/drawing/2010/main">
                  <a:solidFill>
                    <a:srgbClr val="E0E0F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a:latin typeface="Times New Roman" charset="0"/>
              </a:endParaRPr>
            </a:p>
          </p:txBody>
        </p:sp>
        <p:sp>
          <p:nvSpPr>
            <p:cNvPr id="11" name="Oval 5"/>
            <p:cNvSpPr>
              <a:spLocks noChangeArrowheads="1"/>
            </p:cNvSpPr>
            <p:nvPr/>
          </p:nvSpPr>
          <p:spPr bwMode="ltGray">
            <a:xfrm flipH="1">
              <a:off x="5464419" y="3276600"/>
              <a:ext cx="1524000" cy="1524000"/>
            </a:xfrm>
            <a:prstGeom prst="ellipse">
              <a:avLst/>
            </a:prstGeom>
            <a:solidFill>
              <a:schemeClr val="accent2">
                <a:lumMod val="20000"/>
                <a:lumOff val="80000"/>
              </a:schemeClr>
            </a:solidFill>
            <a:ln>
              <a:noFill/>
            </a:ln>
            <a:effectLst/>
          </p:spPr>
          <p:txBody>
            <a:bodyPr wrap="none" anchor="ctr"/>
            <a:lstStyle/>
            <a:p>
              <a:pPr algn="ctr" eaLnBrk="1" hangingPunct="1"/>
              <a:endParaRPr lang="en-US" sz="2400">
                <a:latin typeface="Times New Roman" charset="0"/>
              </a:endParaRPr>
            </a:p>
          </p:txBody>
        </p:sp>
        <p:sp>
          <p:nvSpPr>
            <p:cNvPr id="12" name="Oval 6"/>
            <p:cNvSpPr>
              <a:spLocks noChangeArrowheads="1"/>
            </p:cNvSpPr>
            <p:nvPr/>
          </p:nvSpPr>
          <p:spPr bwMode="ltGray">
            <a:xfrm flipH="1">
              <a:off x="3732457" y="3276600"/>
              <a:ext cx="1524000" cy="1524000"/>
            </a:xfrm>
            <a:prstGeom prst="ellipse">
              <a:avLst/>
            </a:prstGeom>
            <a:solidFill>
              <a:schemeClr val="accent2">
                <a:lumMod val="20000"/>
                <a:lumOff val="80000"/>
              </a:schemeClr>
            </a:solidFill>
            <a:ln>
              <a:noFill/>
            </a:ln>
            <a:effectLst/>
          </p:spPr>
          <p:txBody>
            <a:bodyPr wrap="none" anchor="ctr"/>
            <a:lstStyle/>
            <a:p>
              <a:pPr algn="ctr" eaLnBrk="1" hangingPunct="1"/>
              <a:endParaRPr lang="en-US" sz="2400">
                <a:latin typeface="Times New Roman" charset="0"/>
              </a:endParaRPr>
            </a:p>
          </p:txBody>
        </p:sp>
        <p:sp>
          <p:nvSpPr>
            <p:cNvPr id="13" name="Oval 7"/>
            <p:cNvSpPr>
              <a:spLocks noChangeArrowheads="1"/>
            </p:cNvSpPr>
            <p:nvPr/>
          </p:nvSpPr>
          <p:spPr bwMode="ltGray">
            <a:xfrm flipH="1">
              <a:off x="9045819" y="3276600"/>
              <a:ext cx="1524000" cy="1524000"/>
            </a:xfrm>
            <a:prstGeom prst="ellipse">
              <a:avLst/>
            </a:prstGeom>
            <a:noFill/>
            <a:ln w="28575">
              <a:solidFill>
                <a:schemeClr val="accent2">
                  <a:lumMod val="20000"/>
                  <a:lumOff val="80000"/>
                </a:schemeClr>
              </a:solidFill>
              <a:round/>
              <a:headEnd/>
              <a:tailEnd/>
            </a:ln>
            <a:effectLst/>
            <a:extLst>
              <a:ext uri="{909E8E84-426E-40DD-AFC4-6F175D3DCCD1}">
                <a14:hiddenFill xmlns:a14="http://schemas.microsoft.com/office/drawing/2010/main">
                  <a:solidFill>
                    <a:srgbClr val="E0E0F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a:latin typeface="Times New Roman" charset="0"/>
              </a:endParaRPr>
            </a:p>
          </p:txBody>
        </p:sp>
      </p:grpSp>
      <p:sp>
        <p:nvSpPr>
          <p:cNvPr id="2" name="Title 1"/>
          <p:cNvSpPr>
            <a:spLocks noGrp="1"/>
          </p:cNvSpPr>
          <p:nvPr>
            <p:ph type="ctrTitle"/>
          </p:nvPr>
        </p:nvSpPr>
        <p:spPr>
          <a:xfrm>
            <a:off x="1524000" y="1041400"/>
            <a:ext cx="9144000" cy="2387600"/>
          </a:xfrm>
        </p:spPr>
        <p:txBody>
          <a:bodyPr anchor="b"/>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l">
              <a:buNone/>
              <a:defRPr sz="2400" b="1" i="0">
                <a:solidFill>
                  <a:schemeClr val="accent3">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DA08AD9C-B2AB-4742-B9D5-88A1B5443D17}" type="datetime1">
              <a:rPr lang="en-US" smtClean="0"/>
              <a:t>11/6/2024</a:t>
            </a:fld>
            <a:endParaRPr lang="en-US"/>
          </a:p>
        </p:txBody>
      </p:sp>
      <p:sp>
        <p:nvSpPr>
          <p:cNvPr id="29" name="Footer Placeholder 28"/>
          <p:cNvSpPr>
            <a:spLocks noGrp="1"/>
          </p:cNvSpPr>
          <p:nvPr>
            <p:ph type="ftr" sz="quarter" idx="11"/>
          </p:nvPr>
        </p:nvSpPr>
        <p:spPr/>
        <p:txBody>
          <a:bodyPr/>
          <a:lstStyle/>
          <a:p>
            <a:r>
              <a:rPr lang="en-US" dirty="0"/>
              <a:t>Add a footer</a:t>
            </a:r>
          </a:p>
        </p:txBody>
      </p:sp>
      <p:sp>
        <p:nvSpPr>
          <p:cNvPr id="30" name="Slide Number Placeholder 29"/>
          <p:cNvSpPr>
            <a:spLocks noGrp="1"/>
          </p:cNvSpPr>
          <p:nvPr>
            <p:ph type="sldNum" sz="quarter" idx="12"/>
          </p:nvPr>
        </p:nvSpPr>
        <p:spPr/>
        <p:txBody>
          <a:bodyPr/>
          <a:lstStyle/>
          <a:p>
            <a:fld id="{C62155A9-2BEA-4E1A-A809-3AB570F0F126}" type="slidenum">
              <a:rPr lang="en-US" smtClean="0"/>
              <a:pPr/>
              <a:t>‹#›</a:t>
            </a:fld>
            <a:endParaRPr lang="en-US"/>
          </a:p>
        </p:txBody>
      </p:sp>
    </p:spTree>
    <p:extLst>
      <p:ext uri="{BB962C8B-B14F-4D97-AF65-F5344CB8AC3E}">
        <p14:creationId xmlns:p14="http://schemas.microsoft.com/office/powerpoint/2010/main" val="4197503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0346F80-965E-4784-B7D3-29765BD94027}" type="datetime1">
              <a:rPr lang="en-US" smtClean="0"/>
              <a:t>11/6/2024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62155A9-2BEA-4E1A-A809-3AB570F0F126}" type="slidenum">
              <a:rPr lang="en-US" smtClean="0"/>
              <a:pPr/>
              <a:t>‹#›</a:t>
            </a:fld>
            <a:endParaRPr lang="en-US"/>
          </a:p>
        </p:txBody>
      </p:sp>
      <p:grpSp>
        <p:nvGrpSpPr>
          <p:cNvPr id="36" name="Group 35">
            <a:extLst>
              <a:ext uri="{FF2B5EF4-FFF2-40B4-BE49-F238E27FC236}">
                <a16:creationId xmlns:a16="http://schemas.microsoft.com/office/drawing/2014/main" id="{F70C65C9-6BED-4E1D-8AA5-B235B0F18A3C}"/>
              </a:ext>
            </a:extLst>
          </p:cNvPr>
          <p:cNvGrpSpPr/>
          <p:nvPr userDrawn="1"/>
        </p:nvGrpSpPr>
        <p:grpSpPr>
          <a:xfrm>
            <a:off x="1860687" y="450998"/>
            <a:ext cx="7620000" cy="1139952"/>
            <a:chOff x="1860687" y="450998"/>
            <a:chExt cx="7620000" cy="1139952"/>
          </a:xfrm>
        </p:grpSpPr>
        <p:pic>
          <p:nvPicPr>
            <p:cNvPr id="37" name="Picture 36">
              <a:extLst>
                <a:ext uri="{FF2B5EF4-FFF2-40B4-BE49-F238E27FC236}">
                  <a16:creationId xmlns:a16="http://schemas.microsoft.com/office/drawing/2014/main" id="{E47801A5-8B57-4653-A9F5-60A847BAD917}"/>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bwMode="gray">
            <a:xfrm>
              <a:off x="1860687" y="450998"/>
              <a:ext cx="7620000" cy="1139952"/>
            </a:xfrm>
            <a:prstGeom prst="rect">
              <a:avLst/>
            </a:prstGeom>
          </p:spPr>
        </p:pic>
        <p:grpSp>
          <p:nvGrpSpPr>
            <p:cNvPr id="38" name="Group 37">
              <a:extLst>
                <a:ext uri="{FF2B5EF4-FFF2-40B4-BE49-F238E27FC236}">
                  <a16:creationId xmlns:a16="http://schemas.microsoft.com/office/drawing/2014/main" id="{FE3118B6-AF11-42ED-AD2A-D1B77932E563}"/>
                </a:ext>
              </a:extLst>
            </p:cNvPr>
            <p:cNvGrpSpPr/>
            <p:nvPr userDrawn="1"/>
          </p:nvGrpSpPr>
          <p:grpSpPr>
            <a:xfrm>
              <a:off x="1860687" y="450998"/>
              <a:ext cx="7615237" cy="1106488"/>
              <a:chOff x="1891518" y="519806"/>
              <a:chExt cx="7615237" cy="1106488"/>
            </a:xfrm>
          </p:grpSpPr>
          <p:sp>
            <p:nvSpPr>
              <p:cNvPr id="39" name="Oval 6">
                <a:extLst>
                  <a:ext uri="{FF2B5EF4-FFF2-40B4-BE49-F238E27FC236}">
                    <a16:creationId xmlns:a16="http://schemas.microsoft.com/office/drawing/2014/main" id="{FAAC550D-1729-4DF2-8ABF-18B330362D8B}"/>
                  </a:ext>
                </a:extLst>
              </p:cNvPr>
              <p:cNvSpPr>
                <a:spLocks noChangeArrowheads="1"/>
              </p:cNvSpPr>
              <p:nvPr/>
            </p:nvSpPr>
            <p:spPr bwMode="hidden">
              <a:xfrm flipH="1">
                <a:off x="5688818" y="519806"/>
                <a:ext cx="1104900" cy="1104900"/>
              </a:xfrm>
              <a:prstGeom prst="ellipse">
                <a:avLst/>
              </a:prstGeom>
              <a:solidFill>
                <a:schemeClr val="accent1">
                  <a:lumMod val="20000"/>
                  <a:lumOff val="80000"/>
                </a:schemeClr>
              </a:solidFill>
              <a:ln>
                <a:noFill/>
              </a:ln>
              <a:effectLst/>
            </p:spPr>
            <p:txBody>
              <a:bodyPr wrap="none" anchor="ctr"/>
              <a:lstStyle/>
              <a:p>
                <a:pPr algn="ctr" eaLnBrk="1" hangingPunct="1"/>
                <a:endParaRPr lang="en-US" sz="2400">
                  <a:latin typeface="Times New Roman" charset="0"/>
                </a:endParaRPr>
              </a:p>
            </p:txBody>
          </p:sp>
          <p:sp>
            <p:nvSpPr>
              <p:cNvPr id="40" name="Oval 7">
                <a:extLst>
                  <a:ext uri="{FF2B5EF4-FFF2-40B4-BE49-F238E27FC236}">
                    <a16:creationId xmlns:a16="http://schemas.microsoft.com/office/drawing/2014/main" id="{EBE68D0A-7D19-4054-BDDD-D5907B94B91B}"/>
                  </a:ext>
                </a:extLst>
              </p:cNvPr>
              <p:cNvSpPr>
                <a:spLocks noChangeArrowheads="1"/>
              </p:cNvSpPr>
              <p:nvPr/>
            </p:nvSpPr>
            <p:spPr bwMode="hidden">
              <a:xfrm flipH="1">
                <a:off x="8403443" y="519806"/>
                <a:ext cx="1103312" cy="1104900"/>
              </a:xfrm>
              <a:prstGeom prst="ellipse">
                <a:avLst/>
              </a:prstGeom>
              <a:solidFill>
                <a:schemeClr val="accent1">
                  <a:lumMod val="20000"/>
                  <a:lumOff val="80000"/>
                </a:schemeClr>
              </a:solidFill>
              <a:ln>
                <a:noFill/>
              </a:ln>
              <a:effectLst/>
            </p:spPr>
            <p:txBody>
              <a:bodyPr wrap="none" anchor="ctr"/>
              <a:lstStyle/>
              <a:p>
                <a:pPr algn="ctr" eaLnBrk="1" hangingPunct="1"/>
                <a:endParaRPr lang="en-US" sz="2400">
                  <a:latin typeface="Times New Roman" charset="0"/>
                </a:endParaRPr>
              </a:p>
            </p:txBody>
          </p:sp>
          <p:sp>
            <p:nvSpPr>
              <p:cNvPr id="41" name="Oval 8">
                <a:extLst>
                  <a:ext uri="{FF2B5EF4-FFF2-40B4-BE49-F238E27FC236}">
                    <a16:creationId xmlns:a16="http://schemas.microsoft.com/office/drawing/2014/main" id="{D760445A-4669-46C4-9926-2C3D7618A931}"/>
                  </a:ext>
                </a:extLst>
              </p:cNvPr>
              <p:cNvSpPr>
                <a:spLocks noChangeArrowheads="1"/>
              </p:cNvSpPr>
              <p:nvPr/>
            </p:nvSpPr>
            <p:spPr bwMode="hidden">
              <a:xfrm flipH="1">
                <a:off x="1891518" y="521394"/>
                <a:ext cx="1103312" cy="1104900"/>
              </a:xfrm>
              <a:prstGeom prst="ellipse">
                <a:avLst/>
              </a:prstGeom>
              <a:solidFill>
                <a:schemeClr val="accent1">
                  <a:lumMod val="20000"/>
                  <a:lumOff val="80000"/>
                </a:schemeClr>
              </a:solidFill>
              <a:ln>
                <a:noFill/>
              </a:ln>
              <a:effectLst/>
            </p:spPr>
            <p:txBody>
              <a:bodyPr wrap="none" anchor="ctr"/>
              <a:lstStyle/>
              <a:p>
                <a:pPr algn="ctr" eaLnBrk="1" hangingPunct="1"/>
                <a:endParaRPr lang="en-US" sz="2400">
                  <a:latin typeface="Times New Roman" charset="0"/>
                </a:endParaRPr>
              </a:p>
            </p:txBody>
          </p:sp>
          <p:sp>
            <p:nvSpPr>
              <p:cNvPr id="42" name="Oval 9">
                <a:extLst>
                  <a:ext uri="{FF2B5EF4-FFF2-40B4-BE49-F238E27FC236}">
                    <a16:creationId xmlns:a16="http://schemas.microsoft.com/office/drawing/2014/main" id="{B2CE998D-3DAC-4D43-B784-5D8D35CA6AE9}"/>
                  </a:ext>
                </a:extLst>
              </p:cNvPr>
              <p:cNvSpPr>
                <a:spLocks noChangeArrowheads="1"/>
              </p:cNvSpPr>
              <p:nvPr/>
            </p:nvSpPr>
            <p:spPr bwMode="hidden">
              <a:xfrm flipH="1">
                <a:off x="7144555" y="519806"/>
                <a:ext cx="1103312" cy="1104900"/>
              </a:xfrm>
              <a:prstGeom prst="ellipse">
                <a:avLst/>
              </a:prstGeom>
              <a:noFill/>
              <a:ln w="28575">
                <a:solidFill>
                  <a:schemeClr val="accent1">
                    <a:lumMod val="20000"/>
                    <a:lumOff val="80000"/>
                  </a:schemeClr>
                </a:solidFill>
                <a:round/>
                <a:headEnd/>
                <a:tailEnd/>
              </a:ln>
              <a:effectLst/>
              <a:extLst>
                <a:ext uri="{909E8E84-426E-40DD-AFC4-6F175D3DCCD1}">
                  <a14:hiddenFill xmlns:a14="http://schemas.microsoft.com/office/drawing/2010/main">
                    <a:solidFill>
                      <a:srgbClr val="E0E0F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a:latin typeface="Times New Roman" charset="0"/>
                </a:endParaRPr>
              </a:p>
            </p:txBody>
          </p:sp>
          <p:sp>
            <p:nvSpPr>
              <p:cNvPr id="43" name="Oval 10">
                <a:extLst>
                  <a:ext uri="{FF2B5EF4-FFF2-40B4-BE49-F238E27FC236}">
                    <a16:creationId xmlns:a16="http://schemas.microsoft.com/office/drawing/2014/main" id="{C7C70DDF-520D-44C7-A21B-E71171B77CA2}"/>
                  </a:ext>
                </a:extLst>
              </p:cNvPr>
              <p:cNvSpPr>
                <a:spLocks noChangeArrowheads="1"/>
              </p:cNvSpPr>
              <p:nvPr/>
            </p:nvSpPr>
            <p:spPr bwMode="hidden">
              <a:xfrm flipH="1">
                <a:off x="3178980" y="519806"/>
                <a:ext cx="1103312" cy="1104900"/>
              </a:xfrm>
              <a:prstGeom prst="ellipse">
                <a:avLst/>
              </a:prstGeom>
              <a:noFill/>
              <a:ln w="28575">
                <a:solidFill>
                  <a:schemeClr val="accent1">
                    <a:lumMod val="20000"/>
                    <a:lumOff val="80000"/>
                  </a:schemeClr>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a:latin typeface="Times New Roman" charset="0"/>
                </a:endParaRPr>
              </a:p>
            </p:txBody>
          </p:sp>
        </p:grpSp>
      </p:grpSp>
    </p:spTree>
    <p:extLst>
      <p:ext uri="{BB962C8B-B14F-4D97-AF65-F5344CB8AC3E}">
        <p14:creationId xmlns:p14="http://schemas.microsoft.com/office/powerpoint/2010/main" val="220882495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661"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pixabay.com/en/gears-options-settings-silhouette-467261/" TargetMode="External"/><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CC2DC6-B866-CCFD-2009-EDB739E5075E}"/>
              </a:ext>
            </a:extLst>
          </p:cNvPr>
          <p:cNvPicPr>
            <a:picLocks noChangeAspect="1"/>
          </p:cNvPicPr>
          <p:nvPr/>
        </p:nvPicPr>
        <p:blipFill>
          <a:blip r:embed="rId3"/>
          <a:stretch>
            <a:fillRect/>
          </a:stretch>
        </p:blipFill>
        <p:spPr>
          <a:xfrm>
            <a:off x="1186839" y="1275931"/>
            <a:ext cx="9434508" cy="1829904"/>
          </a:xfrm>
          <a:prstGeom prst="rect">
            <a:avLst/>
          </a:prstGeom>
        </p:spPr>
      </p:pic>
      <p:sp>
        <p:nvSpPr>
          <p:cNvPr id="6" name="TextBox 3">
            <a:extLst>
              <a:ext uri="{FF2B5EF4-FFF2-40B4-BE49-F238E27FC236}">
                <a16:creationId xmlns:a16="http://schemas.microsoft.com/office/drawing/2014/main" id="{72696848-47F3-18B4-168C-67EE010C8833}"/>
              </a:ext>
            </a:extLst>
          </p:cNvPr>
          <p:cNvSpPr txBox="1"/>
          <p:nvPr/>
        </p:nvSpPr>
        <p:spPr>
          <a:xfrm>
            <a:off x="1828300" y="3429000"/>
            <a:ext cx="10668499"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cs typeface="Times New Roman" panose="02020603050405020304" pitchFamily="18" charset="0"/>
              </a:rPr>
              <a:t> </a:t>
            </a:r>
            <a:r>
              <a:rPr lang="en-US" dirty="0">
                <a:solidFill>
                  <a:schemeClr val="tx1"/>
                </a:solidFill>
                <a:cs typeface="Times New Roman" panose="02020603050405020304" pitchFamily="18" charset="0"/>
              </a:rPr>
              <a:t>(</a:t>
            </a:r>
            <a:r>
              <a:rPr lang="en-US" dirty="0">
                <a:solidFill>
                  <a:schemeClr val="tx1"/>
                </a:solidFill>
                <a:latin typeface="Times New Roman" panose="02020603050405020304" pitchFamily="18" charset="0"/>
                <a:cs typeface="Times New Roman" panose="02020603050405020304" pitchFamily="18" charset="0"/>
              </a:rPr>
              <a:t>Affiliated to JNTUK Kakinada &amp; Approved by AICTE, New Delhi, Accredited by NAAC)</a:t>
            </a:r>
          </a:p>
          <a:p>
            <a:r>
              <a:rPr lang="en-US" dirty="0">
                <a:solidFill>
                  <a:schemeClr val="tx1"/>
                </a:solidFill>
                <a:latin typeface="Times New Roman" panose="02020603050405020304" pitchFamily="18" charset="0"/>
                <a:cs typeface="Times New Roman" panose="02020603050405020304" pitchFamily="18" charset="0"/>
              </a:rPr>
              <a:t>            Surampalem, ADB road, East Godavari District AP-533437</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2805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2217691" y="695935"/>
            <a:ext cx="9974309" cy="1322878"/>
          </a:xfrm>
        </p:spPr>
        <p:txBody>
          <a:bodyPr/>
          <a:lstStyle/>
          <a:p>
            <a:r>
              <a:rPr lang="en-US" b="1" dirty="0">
                <a:latin typeface="Arial Rounded MT Bold" panose="020F0704030504030204" pitchFamily="34" charset="0"/>
              </a:rPr>
              <a:t>Text to Speech Using AWS POLY</a:t>
            </a:r>
          </a:p>
        </p:txBody>
      </p:sp>
      <p:sp>
        <p:nvSpPr>
          <p:cNvPr id="7" name="Content Placeholder 2">
            <a:extLst>
              <a:ext uri="{FF2B5EF4-FFF2-40B4-BE49-F238E27FC236}">
                <a16:creationId xmlns:a16="http://schemas.microsoft.com/office/drawing/2014/main" id="{7525EE8C-CEDB-41AE-8E98-3F815972404D}"/>
              </a:ext>
            </a:extLst>
          </p:cNvPr>
          <p:cNvSpPr>
            <a:spLocks noGrp="1"/>
          </p:cNvSpPr>
          <p:nvPr/>
        </p:nvSpPr>
        <p:spPr>
          <a:xfrm>
            <a:off x="3560743" y="2470556"/>
            <a:ext cx="6051175" cy="3030070"/>
          </a:xfrm>
          <a:prstGeom prst="rect">
            <a:avLst/>
          </a:prstGeom>
        </p:spPr>
        <p:txBody>
          <a:bodyPr vert="horz" lIns="91440" tIns="45720" rIns="91440" bIns="45720" rtlCol="0" anchor="ctr">
            <a:normAutofit fontScale="77500" lnSpcReduction="20000"/>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TEAM MEMBERS </a:t>
            </a:r>
          </a:p>
          <a:p>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    NAME                                                	ROLLNO</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D</a:t>
            </a:r>
            <a:r>
              <a:rPr lang="en-IN">
                <a:latin typeface="Times New Roman" panose="02020603050405020304" pitchFamily="18" charset="0"/>
                <a:cs typeface="Times New Roman" panose="02020603050405020304" pitchFamily="18" charset="0"/>
              </a:rPr>
              <a:t>.HARISH(TEAM LEAD)</a:t>
            </a:r>
            <a:r>
              <a:rPr lang="en-IN" dirty="0">
                <a:latin typeface="Times New Roman" panose="02020603050405020304" pitchFamily="18" charset="0"/>
                <a:cs typeface="Times New Roman" panose="02020603050405020304" pitchFamily="18" charset="0"/>
              </a:rPr>
              <a:t>		</a:t>
            </a:r>
            <a:r>
              <a:rPr lang="en-IN">
                <a:latin typeface="Times New Roman" panose="02020603050405020304" pitchFamily="18" charset="0"/>
                <a:cs typeface="Times New Roman" panose="02020603050405020304" pitchFamily="18" charset="0"/>
              </a:rPr>
              <a:t>	21MH1A0587</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N.MOUNIKA						21MH1A05B4</a:t>
            </a:r>
          </a:p>
          <a:p>
            <a:pPr marL="0" indent="0">
              <a:buNone/>
            </a:pPr>
            <a:r>
              <a:rPr lang="en-IN" dirty="0">
                <a:latin typeface="Times New Roman" panose="02020603050405020304" pitchFamily="18" charset="0"/>
                <a:cs typeface="Times New Roman" panose="02020603050405020304" pitchFamily="18" charset="0"/>
              </a:rPr>
              <a:t>  U.SUJAY							21MH1A05D1</a:t>
            </a:r>
          </a:p>
          <a:p>
            <a:pPr marL="0" indent="0">
              <a:buNone/>
            </a:pPr>
            <a:r>
              <a:rPr lang="en-IN" dirty="0">
                <a:latin typeface="Times New Roman" panose="02020603050405020304" pitchFamily="18" charset="0"/>
                <a:cs typeface="Times New Roman" panose="02020603050405020304" pitchFamily="18" charset="0"/>
              </a:rPr>
              <a:t>  V.SAIKUMAR						21MH1A05C3</a:t>
            </a:r>
          </a:p>
          <a:p>
            <a:pPr marL="0" indent="0">
              <a:buNone/>
            </a:pPr>
            <a:endParaRPr lang="en-IN" dirty="0"/>
          </a:p>
        </p:txBody>
      </p:sp>
    </p:spTree>
    <p:extLst>
      <p:ext uri="{BB962C8B-B14F-4D97-AF65-F5344CB8AC3E}">
        <p14:creationId xmlns:p14="http://schemas.microsoft.com/office/powerpoint/2010/main" val="2120883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
            <a:extLst>
              <a:ext uri="{FF2B5EF4-FFF2-40B4-BE49-F238E27FC236}">
                <a16:creationId xmlns:a16="http://schemas.microsoft.com/office/drawing/2014/main" id="{147E64C8-F698-2F6F-9DD3-AB066AB36AAD}"/>
              </a:ext>
            </a:extLst>
          </p:cNvPr>
          <p:cNvSpPr txBox="1"/>
          <p:nvPr/>
        </p:nvSpPr>
        <p:spPr>
          <a:xfrm>
            <a:off x="2152543" y="2093841"/>
            <a:ext cx="8952813" cy="34778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sz="2000" dirty="0">
                <a:latin typeface="Times New Roman" panose="02020603050405020304" pitchFamily="18" charset="0"/>
                <a:cs typeface="Times New Roman" panose="02020603050405020304" pitchFamily="18" charset="0"/>
              </a:rPr>
              <a:t>This project focuses on developing a text-to-speech (TTS) system using Amazon Polly, aimed at converting text-based content, such as blog posts and educational website materials, into audio files in MP3 format. By utilizing Amazon Web Services (AWS), the system integrates Polly with Lambda functions to automate the TTS process, with generated audio stored in Amazon S3 for easy access. IAM (Identity and Access Management) policies are implemented to secure interactions between AWS services. The project also provides customizable options, enabling users to select from different voices and languages available in Amazon Polly to create personalized audio outputs. This solution offers a practical approach for making online content more accessible, supporting auditory learning and providing an alternative to reading by transforming digital text into engaging audio.</a:t>
            </a:r>
            <a:endParaRPr lang="en-IN" sz="2000" dirty="0">
              <a:latin typeface="Times New Roman" panose="02020603050405020304" pitchFamily="18" charset="0"/>
              <a:cs typeface="Times New Roman" panose="02020603050405020304" pitchFamily="18" charset="0"/>
            </a:endParaRPr>
          </a:p>
        </p:txBody>
      </p:sp>
      <p:sp>
        <p:nvSpPr>
          <p:cNvPr id="6" name="Title 5">
            <a:extLst>
              <a:ext uri="{FF2B5EF4-FFF2-40B4-BE49-F238E27FC236}">
                <a16:creationId xmlns:a16="http://schemas.microsoft.com/office/drawing/2014/main" id="{CBE568C4-1D65-4D0A-BD90-A4A2898FDBBD}"/>
              </a:ext>
            </a:extLst>
          </p:cNvPr>
          <p:cNvSpPr>
            <a:spLocks noGrp="1"/>
          </p:cNvSpPr>
          <p:nvPr>
            <p:ph type="title"/>
          </p:nvPr>
        </p:nvSpPr>
        <p:spPr>
          <a:xfrm>
            <a:off x="5005485" y="673167"/>
            <a:ext cx="3246928" cy="758891"/>
          </a:xfrm>
        </p:spPr>
        <p:txBody>
          <a:bodyPr>
            <a:normAutofit/>
          </a:bodyPr>
          <a:lstStyle/>
          <a:p>
            <a:r>
              <a:rPr lang="en-US" sz="3600" dirty="0">
                <a:latin typeface="Arial Rounded MT Bold" panose="020F0704030504030204" pitchFamily="34" charset="0"/>
              </a:rPr>
              <a:t>ABSTRACT</a:t>
            </a:r>
            <a:endParaRPr lang="en-IN" sz="3600" dirty="0">
              <a:latin typeface="Arial Rounded MT Bold" panose="020F0704030504030204" pitchFamily="34" charset="0"/>
            </a:endParaRPr>
          </a:p>
        </p:txBody>
      </p:sp>
    </p:spTree>
    <p:extLst>
      <p:ext uri="{BB962C8B-B14F-4D97-AF65-F5344CB8AC3E}">
        <p14:creationId xmlns:p14="http://schemas.microsoft.com/office/powerpoint/2010/main" val="1673355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5377" y="663867"/>
            <a:ext cx="8911687" cy="1280890"/>
          </a:xfrm>
        </p:spPr>
        <p:txBody>
          <a:bodyPr/>
          <a:lstStyle/>
          <a:p>
            <a:r>
              <a:rPr lang="en-US" dirty="0">
                <a:latin typeface="Arial Rounded MT Bold" panose="020F0704030504030204" pitchFamily="34" charset="0"/>
              </a:rPr>
              <a:t>FUNCTIONALITIES</a:t>
            </a:r>
          </a:p>
        </p:txBody>
      </p:sp>
      <p:pic>
        <p:nvPicPr>
          <p:cNvPr id="11" name="Content Placeholder 10">
            <a:extLst>
              <a:ext uri="{FF2B5EF4-FFF2-40B4-BE49-F238E27FC236}">
                <a16:creationId xmlns:a16="http://schemas.microsoft.com/office/drawing/2014/main" id="{886B0A10-3798-49E0-8F06-2EAFC9F1272E}"/>
              </a:ext>
            </a:extLst>
          </p:cNvPr>
          <p:cNvPicPr>
            <a:picLocks noGrp="1" noChangeAspect="1"/>
          </p:cNvPicPr>
          <p:nvPr>
            <p:ph sz="half"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593886" y="2538223"/>
            <a:ext cx="3365662" cy="2276812"/>
          </a:xfrm>
        </p:spPr>
      </p:pic>
      <p:sp>
        <p:nvSpPr>
          <p:cNvPr id="10" name="TextBox 1">
            <a:extLst>
              <a:ext uri="{FF2B5EF4-FFF2-40B4-BE49-F238E27FC236}">
                <a16:creationId xmlns:a16="http://schemas.microsoft.com/office/drawing/2014/main" id="{7A9F4A5B-F1BB-1F54-802D-95984DA5C0F2}"/>
              </a:ext>
            </a:extLst>
          </p:cNvPr>
          <p:cNvSpPr txBox="1"/>
          <p:nvPr/>
        </p:nvSpPr>
        <p:spPr>
          <a:xfrm>
            <a:off x="1808824" y="2245468"/>
            <a:ext cx="8574352" cy="286232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Text-to-Speech Conversion</a:t>
            </a:r>
          </a:p>
          <a:p>
            <a:pPr marL="285750" indent="-285750">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Amazon Polly Integration</a:t>
            </a:r>
          </a:p>
          <a:p>
            <a:pPr marL="285750" indent="-285750">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AWS Lambda Automation</a:t>
            </a:r>
          </a:p>
          <a:p>
            <a:pPr marL="285750" indent="-285750">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Secure Audio Storage with Amazon S3</a:t>
            </a:r>
          </a:p>
          <a:p>
            <a:pPr marL="285750" indent="-285750">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Customizable Voice and Language Options</a:t>
            </a:r>
          </a:p>
        </p:txBody>
      </p:sp>
    </p:spTree>
    <p:extLst>
      <p:ext uri="{BB962C8B-B14F-4D97-AF65-F5344CB8AC3E}">
        <p14:creationId xmlns:p14="http://schemas.microsoft.com/office/powerpoint/2010/main" val="3291707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0313" y="610858"/>
            <a:ext cx="8911687" cy="1280890"/>
          </a:xfrm>
        </p:spPr>
        <p:txBody>
          <a:bodyPr/>
          <a:lstStyle/>
          <a:p>
            <a:r>
              <a:rPr lang="en-US" dirty="0">
                <a:latin typeface="Arial Rounded MT Bold" panose="020F0704030504030204" pitchFamily="34" charset="0"/>
              </a:rPr>
              <a:t>TECHNOLOGIES USED</a:t>
            </a:r>
          </a:p>
        </p:txBody>
      </p:sp>
      <p:sp>
        <p:nvSpPr>
          <p:cNvPr id="6" name="Content Placeholder 5"/>
          <p:cNvSpPr>
            <a:spLocks noGrp="1"/>
          </p:cNvSpPr>
          <p:nvPr>
            <p:ph sz="half" idx="1"/>
          </p:nvPr>
        </p:nvSpPr>
        <p:spPr>
          <a:xfrm>
            <a:off x="1356760" y="2209800"/>
            <a:ext cx="10397918" cy="4495801"/>
          </a:xfrm>
        </p:spPr>
        <p:txBody>
          <a:bodyPr>
            <a:noAutofit/>
          </a:bodyPr>
          <a:lstStyle/>
          <a:p>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Amazon Polly:</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Provides text-to-speech conversion with natural-sounding voices and language options.</a:t>
            </a:r>
          </a:p>
          <a:p>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AWS Lambda:</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Enables serverless automation of the text-to-speech process, handling requests without needing dedicated servers.</a:t>
            </a:r>
          </a:p>
          <a:p>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Amazon S3:</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Used for storing and managing generated audio files in MP3 format, ensuring easy access and organization.</a:t>
            </a:r>
          </a:p>
          <a:p>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IAM (Identity and Access Management):</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Manages secure access and permissions for AWS services, ensuring only authorized interactions between components.</a:t>
            </a:r>
          </a:p>
          <a:p>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AWS SDK:</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Provides libraries to interact with AWS services like Polly, Lambda, and S3 from code, simplifying integration.</a:t>
            </a:r>
          </a:p>
          <a:p>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Programming Languages:</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Likely Python or JavaScript (Node.js) for handling AWS SDK interactions and backend logic (depending on the language used in your Lambda functions)</a:t>
            </a:r>
          </a:p>
          <a:p>
            <a:endParaRPr lang="en-US" sz="2000" dirty="0"/>
          </a:p>
        </p:txBody>
      </p:sp>
      <p:sp>
        <p:nvSpPr>
          <p:cNvPr id="10" name="TextBox 9">
            <a:extLst>
              <a:ext uri="{FF2B5EF4-FFF2-40B4-BE49-F238E27FC236}">
                <a16:creationId xmlns:a16="http://schemas.microsoft.com/office/drawing/2014/main" id="{239A78DE-D42E-49AB-BE2C-172F57562BAB}"/>
              </a:ext>
            </a:extLst>
          </p:cNvPr>
          <p:cNvSpPr txBox="1"/>
          <p:nvPr/>
        </p:nvSpPr>
        <p:spPr>
          <a:xfrm>
            <a:off x="1368313" y="1691693"/>
            <a:ext cx="2554330" cy="461665"/>
          </a:xfrm>
          <a:prstGeom prst="rect">
            <a:avLst/>
          </a:prstGeom>
          <a:noFill/>
        </p:spPr>
        <p:txBody>
          <a:bodyPr wrap="square" rtlCol="0">
            <a:spAutoFit/>
          </a:bodyPr>
          <a:lstStyle/>
          <a:p>
            <a:r>
              <a:rPr lang="en-US" sz="2400" b="1" dirty="0">
                <a:solidFill>
                  <a:srgbClr val="A53010"/>
                </a:solidFill>
              </a:rPr>
              <a:t>AWS CLOUD:</a:t>
            </a:r>
            <a:endParaRPr lang="en-IN" sz="2400" b="1" dirty="0">
              <a:solidFill>
                <a:srgbClr val="A53010"/>
              </a:solidFill>
            </a:endParaRPr>
          </a:p>
        </p:txBody>
      </p:sp>
    </p:spTree>
    <p:extLst>
      <p:ext uri="{BB962C8B-B14F-4D97-AF65-F5344CB8AC3E}">
        <p14:creationId xmlns:p14="http://schemas.microsoft.com/office/powerpoint/2010/main" val="72188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C8BC4-7167-43D4-8B14-19EBA4EDEC21}"/>
              </a:ext>
            </a:extLst>
          </p:cNvPr>
          <p:cNvSpPr>
            <a:spLocks noGrp="1"/>
          </p:cNvSpPr>
          <p:nvPr>
            <p:ph type="title"/>
          </p:nvPr>
        </p:nvSpPr>
        <p:spPr>
          <a:xfrm>
            <a:off x="1807334" y="656673"/>
            <a:ext cx="10515600" cy="1325563"/>
          </a:xfrm>
        </p:spPr>
        <p:txBody>
          <a:bodyPr/>
          <a:lstStyle/>
          <a:p>
            <a:r>
              <a:rPr lang="en-IN" dirty="0">
                <a:latin typeface="Arial Rounded MT Bold" panose="020F0704030504030204" pitchFamily="34" charset="0"/>
              </a:rPr>
              <a:t> </a:t>
            </a:r>
            <a:r>
              <a:rPr lang="en-IN" b="1" dirty="0">
                <a:latin typeface="Arial Rounded MT Bold" panose="020F0704030504030204" pitchFamily="34" charset="0"/>
                <a:cs typeface="Times New Roman" panose="02020603050405020304" pitchFamily="18" charset="0"/>
              </a:rPr>
              <a:t>HARDWARE REQUIREMENTS</a:t>
            </a:r>
            <a:br>
              <a:rPr lang="en-IN" b="1" dirty="0">
                <a:latin typeface="Arial Rounded MT Bold" panose="020F0704030504030204" pitchFamily="34" charset="0"/>
                <a:cs typeface="Times New Roman" panose="02020603050405020304" pitchFamily="18" charset="0"/>
              </a:rPr>
            </a:br>
            <a:endParaRPr lang="en-IN" dirty="0">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6FD6DFE0-2540-414E-A95F-782563B90DC1}"/>
              </a:ext>
            </a:extLst>
          </p:cNvPr>
          <p:cNvSpPr>
            <a:spLocks noGrp="1"/>
          </p:cNvSpPr>
          <p:nvPr>
            <p:ph sz="half" idx="1"/>
          </p:nvPr>
        </p:nvSpPr>
        <p:spPr>
          <a:xfrm>
            <a:off x="1807334" y="2130287"/>
            <a:ext cx="6766823" cy="3777622"/>
          </a:xfrm>
        </p:spPr>
        <p:txBody>
          <a:bodyPr>
            <a:normAutofit/>
          </a:bodyPr>
          <a:lstStyle/>
          <a:p>
            <a:r>
              <a:rPr lang="en-US" sz="2000" b="1" dirty="0">
                <a:latin typeface="Times New Roman" panose="02020603050405020304" pitchFamily="18" charset="0"/>
                <a:cs typeface="Times New Roman" panose="02020603050405020304" pitchFamily="18" charset="0"/>
              </a:rPr>
              <a:t>Processor:</a:t>
            </a:r>
            <a:r>
              <a:rPr lang="en-US" sz="2000" dirty="0">
                <a:latin typeface="Times New Roman" panose="02020603050405020304" pitchFamily="18" charset="0"/>
                <a:cs typeface="Times New Roman" panose="02020603050405020304" pitchFamily="18" charset="0"/>
              </a:rPr>
              <a:t> A mid-range CPU (Intel i5 or AMD Ryzen 5) would be sufficient, as AWS handles the heavy lifting.</a:t>
            </a:r>
          </a:p>
          <a:p>
            <a:r>
              <a:rPr lang="en-US" sz="2000" b="1" dirty="0">
                <a:latin typeface="Times New Roman" panose="02020603050405020304" pitchFamily="18" charset="0"/>
                <a:cs typeface="Times New Roman" panose="02020603050405020304" pitchFamily="18" charset="0"/>
              </a:rPr>
              <a:t>RAM:</a:t>
            </a:r>
            <a:r>
              <a:rPr lang="en-US" sz="2000" dirty="0">
                <a:latin typeface="Times New Roman" panose="02020603050405020304" pitchFamily="18" charset="0"/>
                <a:cs typeface="Times New Roman" panose="02020603050405020304" pitchFamily="18" charset="0"/>
              </a:rPr>
              <a:t> At least 8 GB to comfortably run local development tools and testing environments.</a:t>
            </a:r>
          </a:p>
          <a:p>
            <a:r>
              <a:rPr lang="en-US" sz="2000" b="1" dirty="0">
                <a:latin typeface="Times New Roman" panose="02020603050405020304" pitchFamily="18" charset="0"/>
                <a:cs typeface="Times New Roman" panose="02020603050405020304" pitchFamily="18" charset="0"/>
              </a:rPr>
              <a:t>Storage:</a:t>
            </a:r>
            <a:r>
              <a:rPr lang="en-US" sz="2000" dirty="0">
                <a:latin typeface="Times New Roman" panose="02020603050405020304" pitchFamily="18" charset="0"/>
                <a:cs typeface="Times New Roman" panose="02020603050405020304" pitchFamily="18" charset="0"/>
              </a:rPr>
              <a:t> 256 GB SSD or higher for efficient file storage and faster access to development resources.</a:t>
            </a:r>
          </a:p>
          <a:p>
            <a:r>
              <a:rPr lang="en-US" sz="2000" b="1" dirty="0">
                <a:latin typeface="Times New Roman" panose="02020603050405020304" pitchFamily="18" charset="0"/>
                <a:cs typeface="Times New Roman" panose="02020603050405020304" pitchFamily="18" charset="0"/>
              </a:rPr>
              <a:t>Internet Connection:</a:t>
            </a:r>
            <a:r>
              <a:rPr lang="en-US" sz="2000" dirty="0">
                <a:latin typeface="Times New Roman" panose="02020603050405020304" pitchFamily="18" charset="0"/>
                <a:cs typeface="Times New Roman" panose="02020603050405020304" pitchFamily="18" charset="0"/>
              </a:rPr>
              <a:t> A reliable internet connection (10 Mbps or higher) to interact with AWS services efficiently.</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821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2CD88-DE9D-4591-8B7B-66D6CAC99BC3}"/>
              </a:ext>
            </a:extLst>
          </p:cNvPr>
          <p:cNvSpPr>
            <a:spLocks noGrp="1"/>
          </p:cNvSpPr>
          <p:nvPr>
            <p:ph type="title"/>
          </p:nvPr>
        </p:nvSpPr>
        <p:spPr/>
        <p:txBody>
          <a:bodyPr/>
          <a:lstStyle/>
          <a:p>
            <a:r>
              <a:rPr lang="en-US" dirty="0">
                <a:latin typeface="Arial Rounded MT Bold" panose="020F0704030504030204" pitchFamily="34" charset="0"/>
              </a:rPr>
              <a:t>S</a:t>
            </a:r>
            <a:r>
              <a:rPr lang="en-IN" dirty="0">
                <a:latin typeface="Arial Rounded MT Bold" panose="020F0704030504030204" pitchFamily="34" charset="0"/>
              </a:rPr>
              <a:t>OFTWARE REQUIREMENTS</a:t>
            </a:r>
          </a:p>
        </p:txBody>
      </p:sp>
      <p:sp>
        <p:nvSpPr>
          <p:cNvPr id="3" name="Content Placeholder 2">
            <a:extLst>
              <a:ext uri="{FF2B5EF4-FFF2-40B4-BE49-F238E27FC236}">
                <a16:creationId xmlns:a16="http://schemas.microsoft.com/office/drawing/2014/main" id="{9096E9E3-DD9E-458F-A3FB-942AADC17C0C}"/>
              </a:ext>
            </a:extLst>
          </p:cNvPr>
          <p:cNvSpPr>
            <a:spLocks noGrp="1"/>
          </p:cNvSpPr>
          <p:nvPr>
            <p:ph sz="half" idx="1"/>
          </p:nvPr>
        </p:nvSpPr>
        <p:spPr>
          <a:xfrm>
            <a:off x="1462776" y="2014330"/>
            <a:ext cx="9059449" cy="3777622"/>
          </a:xfrm>
        </p:spPr>
        <p:txBody>
          <a:bodyPr>
            <a:normAutofit/>
          </a:bodyPr>
          <a:lstStyle/>
          <a:p>
            <a:r>
              <a:rPr lang="en-US" sz="2000" b="1" dirty="0">
                <a:latin typeface="Times New Roman" panose="02020603050405020304" pitchFamily="18" charset="0"/>
                <a:cs typeface="Times New Roman" panose="02020603050405020304" pitchFamily="18" charset="0"/>
              </a:rPr>
              <a:t>Operating System</a:t>
            </a:r>
            <a:r>
              <a:rPr lang="en-US" sz="2000" dirty="0">
                <a:latin typeface="Times New Roman" panose="02020603050405020304" pitchFamily="18" charset="0"/>
                <a:cs typeface="Times New Roman" panose="02020603050405020304" pitchFamily="18" charset="0"/>
              </a:rPr>
              <a:t>: Compatible with Windows 10 or later, macOS, or recent Linux distributions (e.g., Ubuntu 20.04 or higher).</a:t>
            </a:r>
          </a:p>
          <a:p>
            <a:r>
              <a:rPr lang="en-IN" sz="2000" b="1" dirty="0">
                <a:latin typeface="Times New Roman" panose="02020603050405020304" pitchFamily="18" charset="0"/>
                <a:cs typeface="Times New Roman" panose="02020603050405020304" pitchFamily="18" charset="0"/>
              </a:rPr>
              <a:t>AWS Services and SDKs:</a:t>
            </a:r>
          </a:p>
          <a:p>
            <a:pPr lvl="1"/>
            <a:r>
              <a:rPr lang="en-IN" sz="2000" b="1" dirty="0">
                <a:latin typeface="Times New Roman" panose="02020603050405020304" pitchFamily="18" charset="0"/>
                <a:cs typeface="Times New Roman" panose="02020603050405020304" pitchFamily="18" charset="0"/>
              </a:rPr>
              <a:t>AWS CLI:</a:t>
            </a:r>
            <a:r>
              <a:rPr lang="en-IN" sz="2000" dirty="0">
                <a:latin typeface="Times New Roman" panose="02020603050405020304" pitchFamily="18" charset="0"/>
                <a:cs typeface="Times New Roman" panose="02020603050405020304" pitchFamily="18" charset="0"/>
              </a:rPr>
              <a:t> used for managing and configuring AWS services from local system</a:t>
            </a:r>
          </a:p>
          <a:p>
            <a:pPr lvl="1"/>
            <a:r>
              <a:rPr lang="en-IN" sz="2000" b="1" dirty="0">
                <a:latin typeface="Times New Roman" panose="02020603050405020304" pitchFamily="18" charset="0"/>
                <a:cs typeface="Times New Roman" panose="02020603050405020304" pitchFamily="18" charset="0"/>
              </a:rPr>
              <a:t>AWS SDK:</a:t>
            </a:r>
            <a:r>
              <a:rPr lang="en-IN"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Boto3</a:t>
            </a:r>
            <a:r>
              <a:rPr lang="en-US" sz="2000" dirty="0">
                <a:latin typeface="Times New Roman" panose="02020603050405020304" pitchFamily="18" charset="0"/>
                <a:cs typeface="Times New Roman" panose="02020603050405020304" pitchFamily="18" charset="0"/>
              </a:rPr>
              <a:t> for Python or </a:t>
            </a:r>
            <a:r>
              <a:rPr lang="en-US" sz="2000" b="1" dirty="0">
                <a:latin typeface="Times New Roman" panose="02020603050405020304" pitchFamily="18" charset="0"/>
                <a:cs typeface="Times New Roman" panose="02020603050405020304" pitchFamily="18" charset="0"/>
              </a:rPr>
              <a:t>AWS SDK for JavaScript</a:t>
            </a:r>
            <a:r>
              <a:rPr lang="en-US" sz="2000" dirty="0">
                <a:latin typeface="Times New Roman" panose="02020603050405020304" pitchFamily="18" charset="0"/>
                <a:cs typeface="Times New Roman" panose="02020603050405020304" pitchFamily="18" charset="0"/>
              </a:rPr>
              <a:t> if using Node.js.</a:t>
            </a:r>
          </a:p>
          <a:p>
            <a:pPr lvl="1"/>
            <a:r>
              <a:rPr lang="en-IN" sz="2000" b="1" dirty="0">
                <a:latin typeface="Times New Roman" panose="02020603050405020304" pitchFamily="18" charset="0"/>
                <a:cs typeface="Times New Roman" panose="02020603050405020304" pitchFamily="18" charset="0"/>
              </a:rPr>
              <a:t>AWS IAM Policies:</a:t>
            </a: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Set up policies for secure access to Polly, S3, and Lambda services.</a:t>
            </a:r>
          </a:p>
          <a:p>
            <a:pPr lvl="1"/>
            <a:r>
              <a:rPr lang="en-IN" sz="2000" b="1" dirty="0">
                <a:latin typeface="Times New Roman" panose="02020603050405020304" pitchFamily="18" charset="0"/>
                <a:cs typeface="Times New Roman" panose="02020603050405020304" pitchFamily="18" charset="0"/>
              </a:rPr>
              <a:t>Amazon Polly Console:</a:t>
            </a: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Familiarity with the Polly Console for configuration and testing voice options directly in AWS.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0287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D0285-6CD6-479B-ABEF-0CB03033227A}"/>
              </a:ext>
            </a:extLst>
          </p:cNvPr>
          <p:cNvSpPr>
            <a:spLocks noGrp="1"/>
          </p:cNvSpPr>
          <p:nvPr>
            <p:ph type="title"/>
          </p:nvPr>
        </p:nvSpPr>
        <p:spPr>
          <a:xfrm>
            <a:off x="4527741" y="624110"/>
            <a:ext cx="8911687" cy="1280890"/>
          </a:xfrm>
        </p:spPr>
        <p:txBody>
          <a:bodyPr/>
          <a:lstStyle/>
          <a:p>
            <a:r>
              <a:rPr lang="en-US" dirty="0">
                <a:latin typeface="Arial Rounded MT Bold" panose="020F0704030504030204" pitchFamily="34" charset="0"/>
              </a:rPr>
              <a:t>U</a:t>
            </a:r>
            <a:r>
              <a:rPr lang="en-IN" dirty="0">
                <a:latin typeface="Arial Rounded MT Bold" panose="020F0704030504030204" pitchFamily="34" charset="0"/>
              </a:rPr>
              <a:t>SE CASES</a:t>
            </a:r>
          </a:p>
        </p:txBody>
      </p:sp>
      <p:graphicFrame>
        <p:nvGraphicFramePr>
          <p:cNvPr id="6" name="Diagram 5">
            <a:extLst>
              <a:ext uri="{FF2B5EF4-FFF2-40B4-BE49-F238E27FC236}">
                <a16:creationId xmlns:a16="http://schemas.microsoft.com/office/drawing/2014/main" id="{7846CF36-E860-4804-AA6B-540FC9A5B157}"/>
              </a:ext>
            </a:extLst>
          </p:cNvPr>
          <p:cNvGraphicFramePr/>
          <p:nvPr>
            <p:extLst>
              <p:ext uri="{D42A27DB-BD31-4B8C-83A1-F6EECF244321}">
                <p14:modId xmlns:p14="http://schemas.microsoft.com/office/powerpoint/2010/main" val="4091321051"/>
              </p:ext>
            </p:extLst>
          </p:nvPr>
        </p:nvGraphicFramePr>
        <p:xfrm>
          <a:off x="1789044" y="1905000"/>
          <a:ext cx="9806607" cy="4217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40809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7193D-1C7A-4713-BA13-D9BFC877B06C}"/>
              </a:ext>
            </a:extLst>
          </p:cNvPr>
          <p:cNvSpPr>
            <a:spLocks noGrp="1"/>
          </p:cNvSpPr>
          <p:nvPr>
            <p:ph type="title"/>
          </p:nvPr>
        </p:nvSpPr>
        <p:spPr>
          <a:xfrm>
            <a:off x="4090419" y="637362"/>
            <a:ext cx="8911687" cy="1280890"/>
          </a:xfrm>
        </p:spPr>
        <p:txBody>
          <a:bodyPr/>
          <a:lstStyle/>
          <a:p>
            <a:r>
              <a:rPr lang="en-US" dirty="0">
                <a:latin typeface="Arial Rounded MT Bold" panose="020F0704030504030204" pitchFamily="34" charset="0"/>
              </a:rPr>
              <a:t>ADVANTAGES</a:t>
            </a:r>
            <a:endParaRPr lang="en-IN" dirty="0">
              <a:latin typeface="Arial Rounded MT Bold" panose="020F0704030504030204" pitchFamily="34" charset="0"/>
            </a:endParaRPr>
          </a:p>
        </p:txBody>
      </p:sp>
      <p:graphicFrame>
        <p:nvGraphicFramePr>
          <p:cNvPr id="5" name="Diagram 4">
            <a:extLst>
              <a:ext uri="{FF2B5EF4-FFF2-40B4-BE49-F238E27FC236}">
                <a16:creationId xmlns:a16="http://schemas.microsoft.com/office/drawing/2014/main" id="{83BBE713-B366-4404-A092-58336B35C2B1}"/>
              </a:ext>
            </a:extLst>
          </p:cNvPr>
          <p:cNvGraphicFramePr/>
          <p:nvPr>
            <p:extLst>
              <p:ext uri="{D42A27DB-BD31-4B8C-83A1-F6EECF244321}">
                <p14:modId xmlns:p14="http://schemas.microsoft.com/office/powerpoint/2010/main" val="1981639036"/>
              </p:ext>
            </p:extLst>
          </p:nvPr>
        </p:nvGraphicFramePr>
        <p:xfrm>
          <a:off x="1870765" y="2160319"/>
          <a:ext cx="8450469" cy="40603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9207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88A3437-F58D-40C1-8F64-E048E91DC8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3470" y="1019423"/>
            <a:ext cx="6655242" cy="4819153"/>
          </a:xfrm>
          <a:prstGeom prst="rect">
            <a:avLst/>
          </a:prstGeom>
        </p:spPr>
      </p:pic>
    </p:spTree>
    <p:extLst>
      <p:ext uri="{BB962C8B-B14F-4D97-AF65-F5344CB8AC3E}">
        <p14:creationId xmlns:p14="http://schemas.microsoft.com/office/powerpoint/2010/main" val="1013455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99</TotalTime>
  <Words>733</Words>
  <Application>Microsoft Office PowerPoint</Application>
  <PresentationFormat>Widescreen</PresentationFormat>
  <Paragraphs>62</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Arial Rounded MT Bold</vt:lpstr>
      <vt:lpstr>Century Gothic</vt:lpstr>
      <vt:lpstr>Times New Roman</vt:lpstr>
      <vt:lpstr>Wingdings</vt:lpstr>
      <vt:lpstr>Wingdings 3</vt:lpstr>
      <vt:lpstr>Wisp</vt:lpstr>
      <vt:lpstr>PowerPoint Presentation</vt:lpstr>
      <vt:lpstr>Text to Speech Using AWS POLY</vt:lpstr>
      <vt:lpstr>ABSTRACT</vt:lpstr>
      <vt:lpstr>FUNCTIONALITIES</vt:lpstr>
      <vt:lpstr>TECHNOLOGIES USED</vt:lpstr>
      <vt:lpstr> HARDWARE REQUIREMENTS </vt:lpstr>
      <vt:lpstr>SOFTWARE REQUIREMENTS</vt:lpstr>
      <vt:lpstr>USE CASES</vt:lpstr>
      <vt:lpstr>ADVANTAGES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Saikumar</dc:creator>
  <cp:lastModifiedBy>Harish divadari</cp:lastModifiedBy>
  <cp:revision>14</cp:revision>
  <dcterms:created xsi:type="dcterms:W3CDTF">2024-11-05T23:56:27Z</dcterms:created>
  <dcterms:modified xsi:type="dcterms:W3CDTF">2024-11-06T06:14:29Z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74068000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